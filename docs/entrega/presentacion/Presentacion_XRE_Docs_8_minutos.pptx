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da43fdb4d804c7c" /><Relationship Type="http://schemas.openxmlformats.org/officeDocument/2006/relationships/extended-properties" Target="/docProps/app.xml" Id="R8803e968f8e94a29" /><Relationship Type="http://schemas.openxmlformats.org/officeDocument/2006/relationships/officeDocument" Target="/ppt/presentation.xml" Id="R01aab243578a46ed" /></Relationships>
</file>

<file path=ppt/presentation.xml><?xml version="1.0" encoding="utf-8"?>
<p:presentation xmlns:p="http://schemas.openxmlformats.org/presentationml/2006/main">
  <p:sldMasterIdLst>
    <p:sldMasterId xmlns:r="http://schemas.openxmlformats.org/officeDocument/2006/relationships" id="2147483648" r:id="R7069dce081484ead"/>
  </p:sldMasterIdLst>
  <p:notesMasterIdLst>
    <p:notesMasterId xmlns:r="http://schemas.openxmlformats.org/officeDocument/2006/relationships" r:id="R9f32ee63449a4f31"/>
  </p:notesMasterIdLst>
  <p:sldIdLst>
    <p:sldId xmlns:r="http://schemas.openxmlformats.org/officeDocument/2006/relationships" id="256" r:id="Rb76a997f88f14aed"/>
    <p:sldId xmlns:r="http://schemas.openxmlformats.org/officeDocument/2006/relationships" id="257" r:id="R7ee60eecbde04b5a"/>
    <p:sldId xmlns:r="http://schemas.openxmlformats.org/officeDocument/2006/relationships" id="258" r:id="R0f9ac1ed26e24d5e"/>
    <p:sldId xmlns:r="http://schemas.openxmlformats.org/officeDocument/2006/relationships" id="259" r:id="R062a92ba4e874b37"/>
    <p:sldId xmlns:r="http://schemas.openxmlformats.org/officeDocument/2006/relationships" id="260" r:id="R4d2be9ae93be4247"/>
    <p:sldId xmlns:r="http://schemas.openxmlformats.org/officeDocument/2006/relationships" id="261" r:id="R1376794a0ada4a4d"/>
    <p:sldId xmlns:r="http://schemas.openxmlformats.org/officeDocument/2006/relationships" id="262" r:id="Re220d817f9494f69"/>
    <p:sldId xmlns:r="http://schemas.openxmlformats.org/officeDocument/2006/relationships" id="263" r:id="R477de7aeb09046ac"/>
    <p:sldId xmlns:r="http://schemas.openxmlformats.org/officeDocument/2006/relationships" id="264" r:id="R06dddb685d494bc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3a920e6764349b2" /><Relationship Type="http://schemas.openxmlformats.org/officeDocument/2006/relationships/slideMaster" Target="/ppt/slideMasters/slideMaster1.xml" Id="R7069dce081484ead" /><Relationship Type="http://schemas.openxmlformats.org/officeDocument/2006/relationships/notesMaster" Target="/ppt/notesMasters/notesMaster1.xml" Id="R9f32ee63449a4f31" /><Relationship Type="http://schemas.openxmlformats.org/officeDocument/2006/relationships/presProps" Target="/ppt/presProps.xml" Id="R7138b164ad314e96" /><Relationship Type="http://schemas.openxmlformats.org/officeDocument/2006/relationships/tableStyles" Target="/ppt/tableStyles.xml" Id="R3c980d79c3854e3f" /><Relationship Type="http://schemas.openxmlformats.org/officeDocument/2006/relationships/slide" Target="/ppt/slides/slide1.xml" Id="Rb76a997f88f14aed" /><Relationship Type="http://schemas.openxmlformats.org/officeDocument/2006/relationships/slide" Target="/ppt/slides/slide2.xml" Id="R7ee60eecbde04b5a" /><Relationship Type="http://schemas.openxmlformats.org/officeDocument/2006/relationships/slide" Target="/ppt/slides/slide3.xml" Id="R0f9ac1ed26e24d5e" /><Relationship Type="http://schemas.openxmlformats.org/officeDocument/2006/relationships/slide" Target="/ppt/slides/slide4.xml" Id="R062a92ba4e874b37" /><Relationship Type="http://schemas.openxmlformats.org/officeDocument/2006/relationships/slide" Target="/ppt/slides/slide5.xml" Id="R4d2be9ae93be4247" /><Relationship Type="http://schemas.openxmlformats.org/officeDocument/2006/relationships/slide" Target="/ppt/slides/slide6.xml" Id="R1376794a0ada4a4d" /><Relationship Type="http://schemas.openxmlformats.org/officeDocument/2006/relationships/slide" Target="/ppt/slides/slide7.xml" Id="Re220d817f9494f69" /><Relationship Type="http://schemas.openxmlformats.org/officeDocument/2006/relationships/slide" Target="/ppt/slides/slide8.xml" Id="R477de7aeb09046ac" /><Relationship Type="http://schemas.openxmlformats.org/officeDocument/2006/relationships/slide" Target="/ppt/slides/slide9.xml" Id="R06dddb685d494bc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14ceb8093c74dd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887b81bb84e4ab6" /><Relationship Type="http://schemas.openxmlformats.org/officeDocument/2006/relationships/notesMaster" Target="/ppt/notesMasters/notesMaster1.xml" Id="R93fbb37452f84724" /></Relationships>
</file>

<file path=ppt/notesSlides/_rels/notesSlide2.xml.rels>&#65279;<?xml version="1.0" encoding="utf-8"?><Relationships xmlns="http://schemas.openxmlformats.org/package/2006/relationships"><Relationship Type="http://schemas.openxmlformats.org/officeDocument/2006/relationships/slide" Target="/ppt/slides/slide2.xml" Id="Rd2e65f31c7564014" /><Relationship Type="http://schemas.openxmlformats.org/officeDocument/2006/relationships/notesMaster" Target="/ppt/notesMasters/notesMaster1.xml" Id="Rd7ef60f5770c490c" /></Relationships>
</file>

<file path=ppt/notesSlides/_rels/notesSlide3.xml.rels>&#65279;<?xml version="1.0" encoding="utf-8"?><Relationships xmlns="http://schemas.openxmlformats.org/package/2006/relationships"><Relationship Type="http://schemas.openxmlformats.org/officeDocument/2006/relationships/slide" Target="/ppt/slides/slide3.xml" Id="R0494299981bc495e" /><Relationship Type="http://schemas.openxmlformats.org/officeDocument/2006/relationships/notesMaster" Target="/ppt/notesMasters/notesMaster1.xml" Id="R3df14f0345e4493f" /></Relationships>
</file>

<file path=ppt/notesSlides/_rels/notesSlide4.xml.rels>&#65279;<?xml version="1.0" encoding="utf-8"?><Relationships xmlns="http://schemas.openxmlformats.org/package/2006/relationships"><Relationship Type="http://schemas.openxmlformats.org/officeDocument/2006/relationships/slide" Target="/ppt/slides/slide4.xml" Id="R296ca95ad7f04544" /><Relationship Type="http://schemas.openxmlformats.org/officeDocument/2006/relationships/notesMaster" Target="/ppt/notesMasters/notesMaster1.xml" Id="R58d93e5bd77c431d" /></Relationships>
</file>

<file path=ppt/notesSlides/_rels/notesSlide5.xml.rels>&#65279;<?xml version="1.0" encoding="utf-8"?><Relationships xmlns="http://schemas.openxmlformats.org/package/2006/relationships"><Relationship Type="http://schemas.openxmlformats.org/officeDocument/2006/relationships/slide" Target="/ppt/slides/slide5.xml" Id="R8ab584ca23244fb6" /><Relationship Type="http://schemas.openxmlformats.org/officeDocument/2006/relationships/notesMaster" Target="/ppt/notesMasters/notesMaster1.xml" Id="R86b5e3affef842fb" /></Relationships>
</file>

<file path=ppt/notesSlides/_rels/notesSlide6.xml.rels>&#65279;<?xml version="1.0" encoding="utf-8"?><Relationships xmlns="http://schemas.openxmlformats.org/package/2006/relationships"><Relationship Type="http://schemas.openxmlformats.org/officeDocument/2006/relationships/slide" Target="/ppt/slides/slide6.xml" Id="Rc525e5e1d25e4ede" /><Relationship Type="http://schemas.openxmlformats.org/officeDocument/2006/relationships/notesMaster" Target="/ppt/notesMasters/notesMaster1.xml" Id="R6a3188fa39d2495d" /></Relationships>
</file>

<file path=ppt/notesSlides/_rels/notesSlide7.xml.rels>&#65279;<?xml version="1.0" encoding="utf-8"?><Relationships xmlns="http://schemas.openxmlformats.org/package/2006/relationships"><Relationship Type="http://schemas.openxmlformats.org/officeDocument/2006/relationships/slide" Target="/ppt/slides/slide7.xml" Id="Rc9ed1467089046ab" /><Relationship Type="http://schemas.openxmlformats.org/officeDocument/2006/relationships/notesMaster" Target="/ppt/notesMasters/notesMaster1.xml" Id="R5db83f74821d421e" /></Relationships>
</file>

<file path=ppt/notesSlides/_rels/notesSlide8.xml.rels>&#65279;<?xml version="1.0" encoding="utf-8"?><Relationships xmlns="http://schemas.openxmlformats.org/package/2006/relationships"><Relationship Type="http://schemas.openxmlformats.org/officeDocument/2006/relationships/slide" Target="/ppt/slides/slide8.xml" Id="R911ccc6be20a4d63" /><Relationship Type="http://schemas.openxmlformats.org/officeDocument/2006/relationships/notesMaster" Target="/ppt/notesMasters/notesMaster1.xml" Id="Ra0023cbefa714405" /></Relationships>
</file>

<file path=ppt/notesSlides/_rels/notesSlide9.xml.rels>&#65279;<?xml version="1.0" encoding="utf-8"?><Relationships xmlns="http://schemas.openxmlformats.org/package/2006/relationships"><Relationship Type="http://schemas.openxmlformats.org/officeDocument/2006/relationships/slide" Target="/ppt/slides/slide9.xml" Id="R342ba53768f14a7e" /><Relationship Type="http://schemas.openxmlformats.org/officeDocument/2006/relationships/notesMaster" Target="/ppt/notesMasters/notesMaster1.xml" Id="Rf758f5b31ff1467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Victor Estuardo Florian. 0:00 a 0:30. Duración 30 segundos.</a:t>
            </a:r>
          </a:p>
          <a:p xmlns:a="http://schemas.openxmlformats.org/drawingml/2006/main">
            <a:r>
              <a:t/>
            </a:r>
          </a:p>
          <a:p xmlns:a="http://schemas.openxmlformats.org/drawingml/2006/main">
            <a:r>
              <a:t>Buenas noches. Somos Victor Estuardo Florian, Dino Fiagioli y Jorge Otoniel Castillo Ortega. Presentamos el sistema de lealtad de XRE Docs. La aplicación registra compras, calcula puntos y controla la entrega de premios. Mostraremos el proceso, una demostración real y las evidencias de seguridad. La implementación que evaluamos funciona en Docker local.</a:t>
            </a:r>
          </a:p>
          <a:p xmlns:a="http://schemas.openxmlformats.org/drawingml/2006/main">
            <a:r>
              <a:t/>
            </a:r>
          </a:p>
          <a:p xmlns:a="http://schemas.openxmlformats.org/drawingml/2006/main">
            <a:r>
              <a:t/>
            </a:r>
          </a:p>
          <a:p xmlns:a="http://schemas.openxmlformats.org/drawingml/2006/main">
            <a:r>
              <a:t/>
            </a:r>
          </a:p>
          <a:p xmlns:a="http://schemas.openxmlformats.org/drawingml/2006/main">
            <a:r>
              <a:t>Fuentes: entregable/evidencias/pruebas-api.json, pruebas-unitarias.txt, restauracion-respaldo.txt, auditoria-dependencias.json y capturas de la implementación local. Fuente de arquitectura y controles: código en apps/api/src/modules y packages/database/prisma/schema.prisma. Las operaciones Demo XRE no representan ventas reales. No hay URL pública validada.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Victor Estuardo Florian. 0:30 a 1:25. Duración 55 segundos.</a:t>
            </a:r>
          </a:p>
          <a:p xmlns:a="http://schemas.openxmlformats.org/drawingml/2006/main">
            <a:r>
              <a:t/>
            </a:r>
          </a:p>
          <a:p xmlns:a="http://schemas.openxmlformats.org/drawingml/2006/main">
            <a:r>
              <a:t>XRE Docs presenta un proyecto que automatiza la fidelización comercial. El proceso comienza cuando una tienda identifica al cliente y registra su factura. Después, el sistema acredita puntos y el cliente solicita un premio. Para justificar el cambio, tomamos como referencia un control manual con registros separados. Ese escenario puede duplicar facturas y dificultar la revisión de saldos o entregas. Nuestra solución busca un registro común, reglas consistentes y responsables identificables. No atribuimos porcentajes de ahorro o ventas porque aún no existe una medición empresarial antes y después del sistema.</a:t>
            </a:r>
          </a:p>
          <a:p xmlns:a="http://schemas.openxmlformats.org/drawingml/2006/main">
            <a:r>
              <a:t/>
            </a:r>
          </a:p>
          <a:p xmlns:a="http://schemas.openxmlformats.org/drawingml/2006/main">
            <a:r>
              <a:t/>
            </a:r>
          </a:p>
          <a:p xmlns:a="http://schemas.openxmlformats.org/drawingml/2006/main">
            <a:r>
              <a:t/>
            </a:r>
          </a:p>
          <a:p xmlns:a="http://schemas.openxmlformats.org/drawingml/2006/main">
            <a:r>
              <a:t>Fuentes: entregable/evidencias/pruebas-api.json, pruebas-unitarias.txt, restauracion-respaldo.txt, auditoria-dependencias.json y capturas de la implementación local. Fuente de arquitectura y controles: código en apps/api/src/modules y packages/database/prisma/schema.prisma. Las operaciones Demo XRE no representan ventas reales. No hay URL pública validada.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Victor Estuardo Florian. 1:25 a 2:10. Duración 45 segundos.</a:t>
            </a:r>
          </a:p>
          <a:p xmlns:a="http://schemas.openxmlformats.org/drawingml/2006/main">
            <a:r>
              <a:t/>
            </a:r>
          </a:p>
          <a:p xmlns:a="http://schemas.openxmlformats.org/drawingml/2006/main">
            <a:r>
              <a:t>La solución concentra las validaciones en la API. El personal utiliza su tienda asignada y registra una factura nueva. El servidor comprueba al cliente, calcula puntos y guarda el movimiento. El cliente consulta el saldo y elige un premio. La administración aprueba cuando el producto lo requiere y el personal de tienda prepara y entrega. Cada paso conserva su estado y responsable. Si ocurre una corrección, la cancelación o reversa crea el ajuste correspondiente y mantiene el historial.</a:t>
            </a:r>
          </a:p>
          <a:p xmlns:a="http://schemas.openxmlformats.org/drawingml/2006/main">
            <a:r>
              <a:t/>
            </a:r>
          </a:p>
          <a:p xmlns:a="http://schemas.openxmlformats.org/drawingml/2006/main">
            <a:r>
              <a:t/>
            </a:r>
          </a:p>
          <a:p xmlns:a="http://schemas.openxmlformats.org/drawingml/2006/main">
            <a:r>
              <a:t/>
            </a:r>
          </a:p>
          <a:p xmlns:a="http://schemas.openxmlformats.org/drawingml/2006/main">
            <a:r>
              <a:t>Fuentes: entregable/evidencias/pruebas-api.json, pruebas-unitarias.txt, restauracion-respaldo.txt, auditoria-dependencias.json y capturas de la implementación local. Fuente de arquitectura y controles: código en apps/api/src/modules y packages/database/prisma/schema.prisma. Las operaciones Demo XRE no representan ventas reales. No hay URL pública validada.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Dino Fiagioli. 2:10 a 3:00. Duración 50 segundos.</a:t>
            </a:r>
          </a:p>
          <a:p xmlns:a="http://schemas.openxmlformats.org/drawingml/2006/main">
            <a:r>
              <a:t/>
            </a:r>
          </a:p>
          <a:p xmlns:a="http://schemas.openxmlformats.org/drawingml/2006/main">
            <a:r>
              <a:t>La aplicación utiliza un monorepositorio. Next.js implementa las interfaces administrativas y de clientes. También existe un portal de repartidores. NestJS y Fastify exponen la API que contiene las reglas de negocio. PostgreSQL conserva clientes, facturas, movimientos y canjes mediante Prisma. El navegador envía datos que el servidor debe validar. Docker ejecuta cinco servicios en el entorno evaluado. Para producción pública existe una configuración con Caddy y HTTPS, pero todavía falta validar un dominio público, aislar los servicios y completar el acceso seguro del portal repartidor.</a:t>
            </a:r>
          </a:p>
          <a:p xmlns:a="http://schemas.openxmlformats.org/drawingml/2006/main">
            <a:r>
              <a:t/>
            </a:r>
          </a:p>
          <a:p xmlns:a="http://schemas.openxmlformats.org/drawingml/2006/main">
            <a:r>
              <a:t/>
            </a:r>
          </a:p>
          <a:p xmlns:a="http://schemas.openxmlformats.org/drawingml/2006/main">
            <a:r>
              <a:t/>
            </a:r>
          </a:p>
          <a:p xmlns:a="http://schemas.openxmlformats.org/drawingml/2006/main">
            <a:r>
              <a:t>Fuentes: entregable/evidencias/pruebas-api.json, pruebas-unitarias.txt, restauracion-respaldo.txt, auditoria-dependencias.json y capturas de la implementación local. Fuente de arquitectura y controles: código en apps/api/src/modules y packages/database/prisma/schema.prisma. Las operaciones Demo XRE no representan ventas reales. No hay URL pública validada.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Dino Fiagioli. 3:00 a 3:40. Duración 40 segundos.</a:t>
            </a:r>
          </a:p>
          <a:p xmlns:a="http://schemas.openxmlformats.org/drawingml/2006/main">
            <a:r>
              <a:t/>
            </a:r>
          </a:p>
          <a:p xmlns:a="http://schemas.openxmlformats.org/drawingml/2006/main">
            <a:r>
              <a:t>El panel permite buscar clientes y revisar su actividad. La tienda registra facturas y consulta canjes. El cliente puede consultar puntos y nivel, explorar premios y revisar sus compras y solicitudes. La administración configura productos, reglas y usuarios. También hay módulos de comercio online y logística. En esta exposición nos concentramos en el ciclo de lealtad que verificamos completo. Las cuentas y tiendas con la palabra Demo distinguen las operaciones académicas.</a:t>
            </a:r>
          </a:p>
          <a:p xmlns:a="http://schemas.openxmlformats.org/drawingml/2006/main">
            <a:r>
              <a:t/>
            </a:r>
          </a:p>
          <a:p xmlns:a="http://schemas.openxmlformats.org/drawingml/2006/main">
            <a:r>
              <a:t/>
            </a:r>
          </a:p>
          <a:p xmlns:a="http://schemas.openxmlformats.org/drawingml/2006/main">
            <a:r>
              <a:t/>
            </a:r>
          </a:p>
          <a:p xmlns:a="http://schemas.openxmlformats.org/drawingml/2006/main">
            <a:r>
              <a:t>Fuentes: entregable/evidencias/pruebas-api.json, pruebas-unitarias.txt, restauracion-respaldo.txt, auditoria-dependencias.json y capturas de la implementación local. Fuente de arquitectura y controles: código en apps/api/src/modules y packages/database/prisma/schema.prisma. Las operaciones Demo XRE no representan ventas reales. No hay URL pública validada.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Jorge Otoniel Castillo Ortega. 3:40 a 5:10. Duración 90 segundos.</a:t>
            </a:r>
          </a:p>
          <a:p xmlns:a="http://schemas.openxmlformats.org/drawingml/2006/main">
            <a:r>
              <a:t/>
            </a:r>
          </a:p>
          <a:p xmlns:a="http://schemas.openxmlformats.org/drawingml/2006/main">
            <a:r>
              <a:t>Esta es la cuenta Cliente Demo XRE. La factura 8610080001 por Q500 generó 500 puntos con la regla vigente de un punto por quetzal. El cliente solicitó un premio de 200 puntos. El revisor aprobó, el operador preparó y entregó, y el saldo quedó en 300. Ahora mostramos el historial: también hay una solicitud cancelada que devolvió sus puntos y una factura de Q150 que se reversó. El sistema conservó las referencias originales. Si intentamos duplicar la factura o entregar otra vez el mismo canje, el servidor rechaza la operación.</a:t>
            </a:r>
          </a:p>
          <a:p xmlns:a="http://schemas.openxmlformats.org/drawingml/2006/main">
            <a:r>
              <a:t/>
            </a:r>
          </a:p>
          <a:p xmlns:a="http://schemas.openxmlformats.org/drawingml/2006/main">
            <a:r>
              <a:t>0 a 20 s: abrir el cliente y mostrar 300 puntos.</a:t>
            </a:r>
          </a:p>
          <a:p xmlns:a="http://schemas.openxmlformats.org/drawingml/2006/main">
            <a:r>
              <a:t>20 a 45 s: Perfil, Historial de compras y factura de Q500.</a:t>
            </a:r>
          </a:p>
          <a:p xmlns:a="http://schemas.openxmlformats.org/drawingml/2006/main">
            <a:r>
              <a:t>45 a 70 s: Historial de canjes o detalle administrativo del entregado.</a:t>
            </a:r>
          </a:p>
          <a:p xmlns:a="http://schemas.openxmlformats.org/drawingml/2006/main">
            <a:r>
              <a:t>70 a 90 s: explicar saldo y rechazos. Si la página tarda, usar la evidencia incrustada.</a:t>
            </a:r>
          </a:p>
          <a:p xmlns:a="http://schemas.openxmlformats.org/drawingml/2006/main">
            <a:r>
              <a:t/>
            </a:r>
          </a:p>
          <a:p xmlns:a="http://schemas.openxmlformats.org/drawingml/2006/main">
            <a:r>
              <a:t>Fuentes: entregable/evidencias/pruebas-api.json, pruebas-unitarias.txt, restauracion-respaldo.txt, auditoria-dependencias.json y capturas de la implementación local. Fuente de arquitectura y controles: código en apps/api/src/modules y packages/database/prisma/schema.prisma. Las operaciones Demo XRE no representan ventas reales. No hay URL pública validada.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Dino Fiagioli. 5:10 a 6:20. Duración 70 segundos.</a:t>
            </a:r>
          </a:p>
          <a:p xmlns:a="http://schemas.openxmlformats.org/drawingml/2006/main">
            <a:r>
              <a:t/>
            </a:r>
          </a:p>
          <a:p xmlns:a="http://schemas.openxmlformats.org/drawingml/2006/main">
            <a:r>
              <a:t>La seguridad tiene evidencia concreta. Argon2 protege contraseñas y hashes de renovación. Las cookies de acceso y refresh son HttpOnly. Probamos renovar la sesión, reutilizar un refresh antiguo y cerrar sesión: el servidor rechazó las sesiones invalidadas. El operador tiene siete permisos y una tienda. No pudo aprobar un premio ni consultar auditoría. Una solicitud sin CSRF y una tienda no asignada recibieron rechazo. La factura duplicada produjo un conflicto y el canje sin puntos falló. Los registros identifican actores y transiciones. Estos casos acreditan controles específicos. No reemplazan una prueba de penetración ni una prueba de carga.</a:t>
            </a:r>
          </a:p>
          <a:p xmlns:a="http://schemas.openxmlformats.org/drawingml/2006/main">
            <a:r>
              <a:t/>
            </a:r>
          </a:p>
          <a:p xmlns:a="http://schemas.openxmlformats.org/drawingml/2006/main">
            <a:r>
              <a:t/>
            </a:r>
          </a:p>
          <a:p xmlns:a="http://schemas.openxmlformats.org/drawingml/2006/main">
            <a:r>
              <a:t/>
            </a:r>
          </a:p>
          <a:p xmlns:a="http://schemas.openxmlformats.org/drawingml/2006/main">
            <a:r>
              <a:t>Fuentes: entregable/evidencias/pruebas-api.json, pruebas-unitarias.txt, restauracion-respaldo.txt, auditoria-dependencias.json y capturas de la implementación local. Fuente de arquitectura y controles: código en apps/api/src/modules y packages/database/prisma/schema.prisma. Las operaciones Demo XRE no representan ventas reales. No hay URL pública validada.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Jorge Otoniel Castillo Ortega. 6:20 a 7:15. Duración 55 segundos.</a:t>
            </a:r>
          </a:p>
          <a:p xmlns:a="http://schemas.openxmlformats.org/drawingml/2006/main">
            <a:r>
              <a:t/>
            </a:r>
          </a:p>
          <a:p xmlns:a="http://schemas.openxmlformats.org/drawingml/2006/main">
            <a:r>
              <a:t>Los resultados son verificables: treinta y siete casos de API aprobaron, las veintitrés pruebas automatizadas pasaron y restauramos la base en un entorno temporal con conteos iguales en cincuenta y tres tablas. El ciclo deja trescientos puntos al cliente y conserva su trazabilidad. También identificamos pendientes reales. La auditoría de dependencias reportó once avisos, uno crítico en Next.js. La conexión de base usa un usuario con privilegios excesivos. Debemos corregir esas condiciones, completar respaldos de archivos y validar HTTPS antes de presentar el sistema como producción pública segura.</a:t>
            </a:r>
          </a:p>
          <a:p xmlns:a="http://schemas.openxmlformats.org/drawingml/2006/main">
            <a:r>
              <a:t/>
            </a:r>
          </a:p>
          <a:p xmlns:a="http://schemas.openxmlformats.org/drawingml/2006/main">
            <a:r>
              <a:t/>
            </a:r>
          </a:p>
          <a:p xmlns:a="http://schemas.openxmlformats.org/drawingml/2006/main">
            <a:r>
              <a:t/>
            </a:r>
          </a:p>
          <a:p xmlns:a="http://schemas.openxmlformats.org/drawingml/2006/main">
            <a:r>
              <a:t>Fuentes: entregable/evidencias/pruebas-api.json, pruebas-unitarias.txt, restauracion-respaldo.txt, auditoria-dependencias.json y capturas de la implementación local. Fuente de arquitectura y controles: código en apps/api/src/modules y packages/database/prisma/schema.prisma. Las operaciones Demo XRE no representan ventas reales. No hay URL pública validada.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Victor Estuardo Florian. 7:15 a 8:00. Duración 45 segundos.</a:t>
            </a:r>
          </a:p>
          <a:p xmlns:a="http://schemas.openxmlformats.org/drawingml/2006/main">
            <a:r>
              <a:t/>
            </a:r>
          </a:p>
          <a:p xmlns:a="http://schemas.openxmlformats.org/drawingml/2006/main">
            <a:r>
              <a:t>El aporte es un proceso que la empresa puede seguir de principio a fin. El cliente consulta sus beneficios, las tiendas aplican reglas comunes y la administración identifica quién realizó cada operación. Entregamos documentación, manual con capturas, código y evidencias de seguridad. La siguiente fase es remediar los pendientes técnicos y realizar un piloto. Allí se deben medir tiempo por factura, errores de saldo y recurrencia de compra para comprobar el beneficio empresarial. Con esto concluimos la presentación de ocho minutos. Gracias.</a:t>
            </a:r>
          </a:p>
          <a:p xmlns:a="http://schemas.openxmlformats.org/drawingml/2006/main">
            <a:r>
              <a:t/>
            </a:r>
          </a:p>
          <a:p xmlns:a="http://schemas.openxmlformats.org/drawingml/2006/main">
            <a:r>
              <a:t/>
            </a:r>
          </a:p>
          <a:p xmlns:a="http://schemas.openxmlformats.org/drawingml/2006/main">
            <a:r>
              <a:t/>
            </a:r>
          </a:p>
          <a:p xmlns:a="http://schemas.openxmlformats.org/drawingml/2006/main">
            <a:r>
              <a:t>Fuentes: entregable/evidencias/pruebas-api.json, pruebas-unitarias.txt, restauracion-respaldo.txt, auditoria-dependencias.json y capturas de la implementación local. Fuente de arquitectura y controles: código en apps/api/src/modules y packages/database/prisma/schema.prisma. Las operaciones Demo XRE no representan ventas reales. No hay URL pública validada.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e9aaf058d4a420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212fa060fee14eb8"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c46c40bb3024742"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e354e08e60b04af1"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8e18ea220eab43f8"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c8cc528c2a0b49a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0F6C119-B87C-406D-8B97-3C13D696E65F}"/>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7BDE313F-5DD8-4953-B13B-69A4686DBD82}"/>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D7459E96-6B1D-4866-9039-661DD20AC3F7}"/>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B75E4B9-F880-461B-A333-C5910862E08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DD2A148F-84F8-4C94-B04B-9B39DAD6BB5E}"/>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A6134E85-9D0D-44BC-88A6-41E97F90974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8F88C2C-9F88-44B0-8365-02C0D97D6AF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1F143B49-DD26-4E75-B2FD-59DCA6DE0834}"/>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F446327-1B35-4317-AE96-BB1D954BEBE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8464FEE-96B2-48B1-B630-0B2F2F29187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7d7f5eb695c4829" /><Relationship Type="http://schemas.openxmlformats.org/officeDocument/2006/relationships/slideLayout" Target="/ppt/slideLayouts/slideLayout1.xml" Id="R5e44a78e18284fd8" /><Relationship Type="http://schemas.openxmlformats.org/officeDocument/2006/relationships/slideLayout" Target="/ppt/slideLayouts/slideLayout2.xml" Id="R6c0f0e9f34a84991" /><Relationship Type="http://schemas.openxmlformats.org/officeDocument/2006/relationships/slideLayout" Target="/ppt/slideLayouts/slideLayout3.xml" Id="R0fa2cc00eea84b0b" /><Relationship Type="http://schemas.openxmlformats.org/officeDocument/2006/relationships/slideLayout" Target="/ppt/slideLayouts/slideLayout4.xml" Id="R7d4b6d97452d417a" /><Relationship Type="http://schemas.openxmlformats.org/officeDocument/2006/relationships/slideLayout" Target="/ppt/slideLayouts/slideLayout5.xml" Id="R7dd8a03e61154ede" /><Relationship Type="http://schemas.openxmlformats.org/officeDocument/2006/relationships/slideLayout" Target="/ppt/slideLayouts/slideLayout6.xml" Id="Refe2caf078c74b0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e44a78e18284fd8"/>
    <p:sldLayoutId xmlns:r="http://schemas.openxmlformats.org/officeDocument/2006/relationships" id="2147483650" r:id="R6c0f0e9f34a84991"/>
    <p:sldLayoutId xmlns:r="http://schemas.openxmlformats.org/officeDocument/2006/relationships" id="2147483651" r:id="R0fa2cc00eea84b0b"/>
    <p:sldLayoutId xmlns:r="http://schemas.openxmlformats.org/officeDocument/2006/relationships" id="2147483652" r:id="R7d4b6d97452d417a"/>
    <p:sldLayoutId xmlns:r="http://schemas.openxmlformats.org/officeDocument/2006/relationships" id="2147483653" r:id="R7dd8a03e61154ede"/>
    <p:sldLayoutId xmlns:r="http://schemas.openxmlformats.org/officeDocument/2006/relationships" id="2147483654" r:id="Refe2caf078c74b0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15e4cfed33ac4018" /><Relationship Type="http://schemas.openxmlformats.org/officeDocument/2006/relationships/notesSlide" Target="/ppt/notesSlides/notesSlide1.xml" Id="R37a8b81fd8c3467d"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02cae57c31264980" /><Relationship Type="http://schemas.openxmlformats.org/officeDocument/2006/relationships/notesSlide" Target="/ppt/notesSlides/notesSlide2.xml" Id="R969966079dc14f4d"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f9c9584cee804887" /><Relationship Type="http://schemas.openxmlformats.org/officeDocument/2006/relationships/notesSlide" Target="/ppt/notesSlides/notesSlide3.xml" Id="R16fdbed0ab514b4b"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2b6f3a09c3074c09" /><Relationship Type="http://schemas.openxmlformats.org/officeDocument/2006/relationships/notesSlide" Target="/ppt/notesSlides/notesSlide4.xml" Id="Rcdcd655ddadd4233"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9f1d5c2faa814f0b" /><Relationship Type="http://schemas.openxmlformats.org/officeDocument/2006/relationships/image" Target="/ppt/media/image.jpeg" Id="R1411015e3f854560" /><Relationship Type="http://schemas.openxmlformats.org/officeDocument/2006/relationships/notesSlide" Target="/ppt/notesSlides/notesSlide5.xml" Id="Re4ffaf501d344e2a"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39d383f183344930" /><Relationship Type="http://schemas.openxmlformats.org/officeDocument/2006/relationships/image" Target="/ppt/media/image2.jpeg" Id="R19e217a678404529" /><Relationship Type="http://schemas.openxmlformats.org/officeDocument/2006/relationships/notesSlide" Target="/ppt/notesSlides/notesSlide6.xml" Id="Rbe18661783bc4443"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83af6fe9b7b34a06" /><Relationship Type="http://schemas.openxmlformats.org/officeDocument/2006/relationships/image" Target="/ppt/media/image3.jpeg" Id="R937da578dd3f425a" /><Relationship Type="http://schemas.openxmlformats.org/officeDocument/2006/relationships/notesSlide" Target="/ppt/notesSlides/notesSlide7.xml" Id="Rf173b685a7be40e1"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c1008f296b754de7" /><Relationship Type="http://schemas.openxmlformats.org/officeDocument/2006/relationships/notesSlide" Target="/ppt/notesSlides/notesSlide8.xml" Id="R47da91e4a4874a1a"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dde9325666b64a83" /><Relationship Type="http://schemas.openxmlformats.org/officeDocument/2006/relationships/notesSlide" Target="/ppt/notesSlides/notesSlide9.xml" Id="R7eaa04e8517f465a" /></Relationships>
</file>

<file path=ppt/slides/slide1.xml><?xml version="1.0" encoding="utf-8"?>
<p:sld xmlns:p="http://schemas.openxmlformats.org/presentationml/2006/main">
  <p:cSld>
    <p:bg>
      <p:bgPr>
        <a:solidFill xmlns:a="http://schemas.openxmlformats.org/drawingml/2006/main">
          <a:srgbClr val="102F48"/>
        </a:solidFill>
      </p:bgPr>
    </p:bg>
    <p:spTree>
      <p:nvGrpSpPr>
        <p:cNvPr id="1" name=""/>
        <p:cNvGrpSpPr/>
        <p:nvPr/>
      </p:nvGrpSpPr>
      <p:grpSpPr>
        <a:xfrm xmlns:a="http://schemas.openxmlformats.org/drawingml/2006/main"/>
      </p:grpSpPr>
      <p:sp>
        <p:nvSpPr>
          <p:cNvPr id="6" name="text-0">
            <a:extLst xmlns:a="http://schemas.openxmlformats.org/drawingml/2006/main">
              <a:ext uri="{FF2B5EF4-FFF2-40B4-BE49-F238E27FC236}">
                <a16:creationId xmlns:a16="http://schemas.microsoft.com/office/drawing/2014/main" id="{68CBD42C-C953-4503-8CCF-AE6317FAD82E}"/>
              </a:ext>
            </a:extLst>
          </p:cNvPr>
          <p:cNvSpPr>
            <a:spLocks xmlns:a="http://schemas.openxmlformats.org/drawingml/2006/main" noGrp="1"/>
          </p:cNvSpPr>
          <p:nvPr/>
        </p:nvSpPr>
        <p:spPr>
          <a:xfrm xmlns:a="http://schemas.openxmlformats.org/drawingml/2006/main">
            <a:off x="723900" y="609600"/>
            <a:ext cx="7620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850" b="1">
                <a:solidFill>
                  <a:srgbClr val="73E4D2"/>
                </a:solidFill>
                <a:latin typeface="Arial"/>
                <a:ea typeface="Arial"/>
                <a:cs typeface="Arial"/>
              </a:defRPr>
            </a:defPPr>
          </a:lstStyle>
          <a:p xmlns:a="http://schemas.openxmlformats.org/drawingml/2006/main">
            <a:pPr algn="l">
              <a:defRPr sz="2850" b="1">
                <a:solidFill>
                  <a:srgbClr val="73E4D2"/>
                </a:solidFill>
                <a:latin typeface="Arial"/>
                <a:ea typeface="Arial"/>
                <a:cs typeface="Arial"/>
              </a:defRPr>
            </a:pPr>
            <a:r>
              <a:rPr sz="2850" b="1">
                <a:solidFill>
                  <a:srgbClr val="73E4D2"/>
                </a:solidFill>
                <a:latin typeface="Arial"/>
                <a:ea typeface="Arial"/>
                <a:cs typeface="Arial"/>
              </a:rPr>
              <a:t>XRE Docs</a:t>
            </a:r>
          </a:p>
        </p:txBody>
      </p:sp>
      <p:sp>
        <p:nvSpPr>
          <p:cNvPr id="2" name="text-1">
            <a:extLst xmlns:a="http://schemas.openxmlformats.org/drawingml/2006/main">
              <a:ext uri="{FF2B5EF4-FFF2-40B4-BE49-F238E27FC236}">
                <a16:creationId xmlns:a16="http://schemas.microsoft.com/office/drawing/2014/main" id="{A5CE51F1-43E6-4885-89A9-76556E15DE84}"/>
              </a:ext>
            </a:extLst>
          </p:cNvPr>
          <p:cNvSpPr>
            <a:spLocks xmlns:a="http://schemas.openxmlformats.org/drawingml/2006/main" noGrp="1"/>
          </p:cNvSpPr>
          <p:nvPr/>
        </p:nvSpPr>
        <p:spPr>
          <a:xfrm xmlns:a="http://schemas.openxmlformats.org/drawingml/2006/main">
            <a:off x="723900" y="1828800"/>
            <a:ext cx="106680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5100" b="1">
                <a:solidFill>
                  <a:srgbClr val="FFFFFF"/>
                </a:solidFill>
                <a:latin typeface="Arial"/>
                <a:ea typeface="Arial"/>
                <a:cs typeface="Arial"/>
              </a:defRPr>
            </a:defPPr>
          </a:lstStyle>
          <a:p xmlns:a="http://schemas.openxmlformats.org/drawingml/2006/main">
            <a:pPr algn="l">
              <a:defRPr sz="5100" b="1">
                <a:solidFill>
                  <a:srgbClr val="FFFFFF"/>
                </a:solidFill>
                <a:latin typeface="Arial"/>
                <a:ea typeface="Arial"/>
                <a:cs typeface="Arial"/>
              </a:defRPr>
            </a:pPr>
            <a:r>
              <a:rPr sz="5100" b="1">
                <a:solidFill>
                  <a:srgbClr val="FFFFFF"/>
                </a:solidFill>
                <a:latin typeface="Arial"/>
                <a:ea typeface="Arial"/>
                <a:cs typeface="Arial"/>
              </a:rPr>
              <a:t>Sistema de lealtad</a:t>
            </a:r>
          </a:p>
        </p:txBody>
      </p:sp>
      <p:sp>
        <p:nvSpPr>
          <p:cNvPr id="3" name="text-2">
            <a:extLst xmlns:a="http://schemas.openxmlformats.org/drawingml/2006/main">
              <a:ext uri="{FF2B5EF4-FFF2-40B4-BE49-F238E27FC236}">
                <a16:creationId xmlns:a16="http://schemas.microsoft.com/office/drawing/2014/main" id="{607011BD-C815-42DA-A47F-A2861CF8FC5A}"/>
              </a:ext>
            </a:extLst>
          </p:cNvPr>
          <p:cNvSpPr>
            <a:spLocks xmlns:a="http://schemas.openxmlformats.org/drawingml/2006/main" noGrp="1"/>
          </p:cNvSpPr>
          <p:nvPr/>
        </p:nvSpPr>
        <p:spPr>
          <a:xfrm xmlns:a="http://schemas.openxmlformats.org/drawingml/2006/main">
            <a:off x="762000" y="3067050"/>
            <a:ext cx="95250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400" b="0">
                <a:solidFill>
                  <a:srgbClr val="FFFFFF"/>
                </a:solidFill>
                <a:latin typeface="Arial"/>
                <a:ea typeface="Arial"/>
                <a:cs typeface="Arial"/>
              </a:defRPr>
            </a:defPPr>
          </a:lstStyle>
          <a:p xmlns:a="http://schemas.openxmlformats.org/drawingml/2006/main">
            <a:pPr algn="l">
              <a:defRPr sz="2400" b="0">
                <a:solidFill>
                  <a:srgbClr val="FFFFFF"/>
                </a:solidFill>
                <a:latin typeface="Arial"/>
                <a:ea typeface="Arial"/>
                <a:cs typeface="Arial"/>
              </a:defRPr>
            </a:pPr>
            <a:r>
              <a:rPr sz="2400" b="0">
                <a:solidFill>
                  <a:srgbClr val="FFFFFF"/>
                </a:solidFill>
                <a:latin typeface="Arial"/>
                <a:ea typeface="Arial"/>
                <a:cs typeface="Arial"/>
              </a:rPr>
              <a:t>Transformación Digital</a:t>
            </a:r>
          </a:p>
          <a:p xmlns:a="http://schemas.openxmlformats.org/drawingml/2006/main">
            <a:pPr algn="l">
              <a:defRPr sz="2400" b="0">
                <a:solidFill>
                  <a:srgbClr val="FFFFFF"/>
                </a:solidFill>
                <a:latin typeface="Arial"/>
                <a:ea typeface="Arial"/>
                <a:cs typeface="Arial"/>
              </a:defRPr>
            </a:pPr>
            <a:r>
              <a:rPr sz="2400" b="0">
                <a:solidFill>
                  <a:srgbClr val="FFFFFF"/>
                </a:solidFill>
                <a:latin typeface="Arial"/>
                <a:ea typeface="Arial"/>
                <a:cs typeface="Arial"/>
              </a:rPr>
              <a:t>Fidelización comercial</a:t>
            </a:r>
          </a:p>
        </p:txBody>
      </p:sp>
      <p:sp>
        <p:nvSpPr>
          <p:cNvPr id="4" name="text-3">
            <a:extLst xmlns:a="http://schemas.openxmlformats.org/drawingml/2006/main">
              <a:ext uri="{FF2B5EF4-FFF2-40B4-BE49-F238E27FC236}">
                <a16:creationId xmlns:a16="http://schemas.microsoft.com/office/drawing/2014/main" id="{32DBB6B9-AB19-4EA4-9B31-4F73369C680F}"/>
              </a:ext>
            </a:extLst>
          </p:cNvPr>
          <p:cNvSpPr>
            <a:spLocks xmlns:a="http://schemas.openxmlformats.org/drawingml/2006/main" noGrp="1"/>
          </p:cNvSpPr>
          <p:nvPr/>
        </p:nvSpPr>
        <p:spPr>
          <a:xfrm xmlns:a="http://schemas.openxmlformats.org/drawingml/2006/main">
            <a:off x="762000" y="4648200"/>
            <a:ext cx="95250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800" b="0">
                <a:solidFill>
                  <a:srgbClr val="FFFFFF"/>
                </a:solidFill>
                <a:latin typeface="Arial"/>
                <a:ea typeface="Arial"/>
                <a:cs typeface="Arial"/>
              </a:defRPr>
            </a:defPPr>
          </a:lstStyle>
          <a:p xmlns:a="http://schemas.openxmlformats.org/drawingml/2006/main">
            <a:pPr algn="l">
              <a:defRPr sz="1800" b="0">
                <a:solidFill>
                  <a:srgbClr val="FFFFFF"/>
                </a:solidFill>
                <a:latin typeface="Arial"/>
                <a:ea typeface="Arial"/>
                <a:cs typeface="Arial"/>
              </a:defRPr>
            </a:pPr>
            <a:r>
              <a:rPr sz="1800" b="0">
                <a:solidFill>
                  <a:srgbClr val="FFFFFF"/>
                </a:solidFill>
                <a:latin typeface="Arial"/>
                <a:ea typeface="Arial"/>
                <a:cs typeface="Arial"/>
              </a:rPr>
              <a:t>Victor Estuardo Florian</a:t>
            </a:r>
          </a:p>
          <a:p xmlns:a="http://schemas.openxmlformats.org/drawingml/2006/main">
            <a:pPr algn="l">
              <a:defRPr sz="1800" b="0">
                <a:solidFill>
                  <a:srgbClr val="FFFFFF"/>
                </a:solidFill>
                <a:latin typeface="Arial"/>
                <a:ea typeface="Arial"/>
                <a:cs typeface="Arial"/>
              </a:defRPr>
            </a:pPr>
            <a:r>
              <a:rPr sz="1800" b="0">
                <a:solidFill>
                  <a:srgbClr val="FFFFFF"/>
                </a:solidFill>
                <a:latin typeface="Arial"/>
                <a:ea typeface="Arial"/>
                <a:cs typeface="Arial"/>
              </a:rPr>
              <a:t>Dino Fiagioli</a:t>
            </a:r>
          </a:p>
          <a:p xmlns:a="http://schemas.openxmlformats.org/drawingml/2006/main">
            <a:pPr algn="l">
              <a:defRPr sz="1800" b="0">
                <a:solidFill>
                  <a:srgbClr val="FFFFFF"/>
                </a:solidFill>
                <a:latin typeface="Arial"/>
                <a:ea typeface="Arial"/>
                <a:cs typeface="Arial"/>
              </a:defRPr>
            </a:pPr>
            <a:r>
              <a:rPr sz="1800" b="0">
                <a:solidFill>
                  <a:srgbClr val="FFFFFF"/>
                </a:solidFill>
                <a:latin typeface="Arial"/>
                <a:ea typeface="Arial"/>
                <a:cs typeface="Arial"/>
              </a:rPr>
              <a:t>Jorge Otoniel Castillo Ortega</a:t>
            </a:r>
          </a:p>
        </p:txBody>
      </p:sp>
      <p:sp>
        <p:nvSpPr>
          <p:cNvPr id="5" name="text-4">
            <a:extLst xmlns:a="http://schemas.openxmlformats.org/drawingml/2006/main">
              <a:ext uri="{FF2B5EF4-FFF2-40B4-BE49-F238E27FC236}">
                <a16:creationId xmlns:a16="http://schemas.microsoft.com/office/drawing/2014/main" id="{B853FE55-F434-4748-9F0E-C5E6F39D4960}"/>
              </a:ext>
            </a:extLst>
          </p:cNvPr>
          <p:cNvSpPr>
            <a:spLocks xmlns:a="http://schemas.openxmlformats.org/drawingml/2006/main" noGrp="1"/>
          </p:cNvSpPr>
          <p:nvPr/>
        </p:nvSpPr>
        <p:spPr>
          <a:xfrm xmlns:a="http://schemas.openxmlformats.org/drawingml/2006/main">
            <a:off x="11068050" y="6419850"/>
            <a:ext cx="7143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350" b="0">
                <a:solidFill>
                  <a:srgbClr val="C6D6DF"/>
                </a:solidFill>
                <a:latin typeface="Arial"/>
                <a:ea typeface="Arial"/>
                <a:cs typeface="Arial"/>
              </a:defRPr>
            </a:defPPr>
          </a:lstStyle>
          <a:p xmlns:a="http://schemas.openxmlformats.org/drawingml/2006/main">
            <a:pPr algn="l">
              <a:defRPr sz="1350" b="0">
                <a:solidFill>
                  <a:srgbClr val="C6D6DF"/>
                </a:solidFill>
                <a:latin typeface="Arial"/>
                <a:ea typeface="Arial"/>
                <a:cs typeface="Arial"/>
              </a:defRPr>
            </a:pPr>
            <a:r>
              <a:rPr sz="1350" b="0">
                <a:solidFill>
                  <a:srgbClr val="C6D6DF"/>
                </a:solidFill>
                <a:latin typeface="Arial"/>
                <a:ea typeface="Arial"/>
                <a:cs typeface="Arial"/>
              </a:rPr>
              <a:t>1 / 9</a:t>
            </a:r>
          </a:p>
        </p:txBody>
      </p:sp>
    </p:spTree>
    <p:extLst>
      <p:ext uri="{BB962C8B-B14F-4D97-AF65-F5344CB8AC3E}">
        <p14:creationId xmlns:p14="http://schemas.microsoft.com/office/powerpoint/2010/main" val="1022867578"/>
      </p:ext>
    </p:extLst>
  </p:cSld>
</p:sld>
</file>

<file path=ppt/slides/slide2.xml><?xml version="1.0" encoding="utf-8"?>
<p:sld xmlns:p="http://schemas.openxmlformats.org/presentationml/2006/main">
  <p:cSld>
    <p:bg>
      <p:bgPr>
        <a:solidFill xmlns:a="http://schemas.openxmlformats.org/drawingml/2006/main">
          <a:srgbClr val="F7F9FA"/>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1FA7E29C-12E9-4B81-9452-03F915F85D48}"/>
              </a:ext>
            </a:extLst>
          </p:cNvPr>
          <p:cNvSpPr>
            <a:spLocks xmlns:a="http://schemas.openxmlformats.org/drawingml/2006/main" noGrp="1"/>
          </p:cNvSpPr>
          <p:nvPr/>
        </p:nvSpPr>
        <p:spPr>
          <a:xfrm xmlns:a="http://schemas.openxmlformats.org/drawingml/2006/main">
            <a:off x="685800" y="5334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3375" b="1">
                <a:solidFill>
                  <a:srgbClr val="132F43"/>
                </a:solidFill>
                <a:latin typeface="Arial"/>
                <a:ea typeface="Arial"/>
                <a:cs typeface="Arial"/>
              </a:defRPr>
            </a:defPPr>
          </a:lstStyle>
          <a:p xmlns:a="http://schemas.openxmlformats.org/drawingml/2006/main">
            <a:pPr algn="l">
              <a:defRPr sz="3375" b="1">
                <a:solidFill>
                  <a:srgbClr val="132F43"/>
                </a:solidFill>
                <a:latin typeface="Arial"/>
                <a:ea typeface="Arial"/>
                <a:cs typeface="Arial"/>
              </a:defRPr>
            </a:pPr>
            <a:r>
              <a:rPr sz="3375" b="1">
                <a:solidFill>
                  <a:srgbClr val="132F43"/>
                </a:solidFill>
                <a:latin typeface="Arial"/>
                <a:ea typeface="Arial"/>
                <a:cs typeface="Arial"/>
              </a:rPr>
              <a:t>Empresa y proceso seleccionado</a:t>
            </a:r>
          </a:p>
        </p:txBody>
      </p:sp>
      <p:sp>
        <p:nvSpPr>
          <p:cNvPr id="2" name="text-1">
            <a:extLst xmlns:a="http://schemas.openxmlformats.org/drawingml/2006/main">
              <a:ext uri="{FF2B5EF4-FFF2-40B4-BE49-F238E27FC236}">
                <a16:creationId xmlns:a16="http://schemas.microsoft.com/office/drawing/2014/main" id="{3E61650B-AFA6-4BEF-8E80-FBCB2DF1DA98}"/>
              </a:ext>
            </a:extLst>
          </p:cNvPr>
          <p:cNvSpPr>
            <a:spLocks xmlns:a="http://schemas.openxmlformats.org/drawingml/2006/main" noGrp="1"/>
          </p:cNvSpPr>
          <p:nvPr/>
        </p:nvSpPr>
        <p:spPr>
          <a:xfrm xmlns:a="http://schemas.openxmlformats.org/drawingml/2006/main">
            <a:off x="704850" y="1714500"/>
            <a:ext cx="5143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3900" b="1">
                <a:solidFill>
                  <a:srgbClr val="132F43"/>
                </a:solidFill>
                <a:latin typeface="Arial"/>
                <a:ea typeface="Arial"/>
                <a:cs typeface="Arial"/>
              </a:defRPr>
            </a:defPPr>
          </a:lstStyle>
          <a:p xmlns:a="http://schemas.openxmlformats.org/drawingml/2006/main">
            <a:pPr algn="l">
              <a:defRPr sz="3900" b="1">
                <a:solidFill>
                  <a:srgbClr val="132F43"/>
                </a:solidFill>
                <a:latin typeface="Arial"/>
                <a:ea typeface="Arial"/>
                <a:cs typeface="Arial"/>
              </a:defRPr>
            </a:pPr>
            <a:r>
              <a:rPr sz="3900" b="1">
                <a:solidFill>
                  <a:srgbClr val="132F43"/>
                </a:solidFill>
                <a:latin typeface="Arial"/>
                <a:ea typeface="Arial"/>
                <a:cs typeface="Arial"/>
              </a:rPr>
              <a:t>XRE Docs</a:t>
            </a:r>
          </a:p>
        </p:txBody>
      </p:sp>
      <p:sp>
        <p:nvSpPr>
          <p:cNvPr id="3" name="text-2">
            <a:extLst xmlns:a="http://schemas.openxmlformats.org/drawingml/2006/main">
              <a:ext uri="{FF2B5EF4-FFF2-40B4-BE49-F238E27FC236}">
                <a16:creationId xmlns:a16="http://schemas.microsoft.com/office/drawing/2014/main" id="{65B36E1C-3C5B-4182-82AF-B7DA4AAFD279}"/>
              </a:ext>
            </a:extLst>
          </p:cNvPr>
          <p:cNvSpPr>
            <a:spLocks xmlns:a="http://schemas.openxmlformats.org/drawingml/2006/main" noGrp="1"/>
          </p:cNvSpPr>
          <p:nvPr/>
        </p:nvSpPr>
        <p:spPr>
          <a:xfrm xmlns:a="http://schemas.openxmlformats.org/drawingml/2006/main">
            <a:off x="723900" y="2676525"/>
            <a:ext cx="50482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550" b="0">
                <a:solidFill>
                  <a:srgbClr val="132F43"/>
                </a:solidFill>
                <a:latin typeface="Arial"/>
                <a:ea typeface="Arial"/>
                <a:cs typeface="Arial"/>
              </a:defRPr>
            </a:defPPr>
          </a:lstStyle>
          <a:p xmlns:a="http://schemas.openxmlformats.org/drawingml/2006/main">
            <a:pPr algn="l">
              <a:defRPr sz="2550" b="0">
                <a:solidFill>
                  <a:srgbClr val="132F43"/>
                </a:solidFill>
                <a:latin typeface="Arial"/>
                <a:ea typeface="Arial"/>
                <a:cs typeface="Arial"/>
              </a:defRPr>
            </a:pPr>
            <a:r>
              <a:rPr sz="2550" b="0">
                <a:solidFill>
                  <a:srgbClr val="132F43"/>
                </a:solidFill>
                <a:latin typeface="Arial"/>
                <a:ea typeface="Arial"/>
                <a:cs typeface="Arial"/>
              </a:rPr>
              <a:t>Programa de lealtad</a:t>
            </a:r>
          </a:p>
          <a:p xmlns:a="http://schemas.openxmlformats.org/drawingml/2006/main">
            <a:pPr algn="l">
              <a:defRPr sz="2550" b="0">
                <a:solidFill>
                  <a:srgbClr val="132F43"/>
                </a:solidFill>
                <a:latin typeface="Arial"/>
                <a:ea typeface="Arial"/>
                <a:cs typeface="Arial"/>
              </a:defRPr>
            </a:pPr>
            <a:r>
              <a:rPr sz="2550" b="0">
                <a:solidFill>
                  <a:srgbClr val="132F43"/>
                </a:solidFill>
                <a:latin typeface="Arial"/>
                <a:ea typeface="Arial"/>
                <a:cs typeface="Arial"/>
              </a:rPr>
              <a:t>para varias tiendas</a:t>
            </a:r>
          </a:p>
        </p:txBody>
      </p:sp>
      <p:sp>
        <p:nvSpPr>
          <p:cNvPr id="4" name="text-3">
            <a:extLst xmlns:a="http://schemas.openxmlformats.org/drawingml/2006/main">
              <a:ext uri="{FF2B5EF4-FFF2-40B4-BE49-F238E27FC236}">
                <a16:creationId xmlns:a16="http://schemas.microsoft.com/office/drawing/2014/main" id="{CAAD5CD3-AF82-4F02-A6D5-A74C0451734B}"/>
              </a:ext>
            </a:extLst>
          </p:cNvPr>
          <p:cNvSpPr>
            <a:spLocks xmlns:a="http://schemas.openxmlformats.org/drawingml/2006/main" noGrp="1"/>
          </p:cNvSpPr>
          <p:nvPr/>
        </p:nvSpPr>
        <p:spPr>
          <a:xfrm xmlns:a="http://schemas.openxmlformats.org/drawingml/2006/main">
            <a:off x="6858000" y="1752600"/>
            <a:ext cx="4572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175" b="1">
                <a:solidFill>
                  <a:srgbClr val="132F43"/>
                </a:solidFill>
                <a:latin typeface="Arial"/>
                <a:ea typeface="Arial"/>
                <a:cs typeface="Arial"/>
              </a:defRPr>
            </a:defPPr>
          </a:lstStyle>
          <a:p xmlns:a="http://schemas.openxmlformats.org/drawingml/2006/main">
            <a:pPr algn="l">
              <a:defRPr sz="2175" b="1">
                <a:solidFill>
                  <a:srgbClr val="132F43"/>
                </a:solidFill>
                <a:latin typeface="Arial"/>
                <a:ea typeface="Arial"/>
                <a:cs typeface="Arial"/>
              </a:defRPr>
            </a:pPr>
            <a:r>
              <a:rPr sz="2175" b="1">
                <a:solidFill>
                  <a:srgbClr val="132F43"/>
                </a:solidFill>
                <a:latin typeface="Arial"/>
                <a:ea typeface="Arial"/>
                <a:cs typeface="Arial"/>
              </a:rPr>
              <a:t>Proceso seleccionado</a:t>
            </a:r>
          </a:p>
        </p:txBody>
      </p:sp>
      <p:sp>
        <p:nvSpPr>
          <p:cNvPr id="5" name="text-4">
            <a:extLst xmlns:a="http://schemas.openxmlformats.org/drawingml/2006/main">
              <a:ext uri="{FF2B5EF4-FFF2-40B4-BE49-F238E27FC236}">
                <a16:creationId xmlns:a16="http://schemas.microsoft.com/office/drawing/2014/main" id="{0A9BECF2-AF3E-4328-A887-0F43D7068363}"/>
              </a:ext>
            </a:extLst>
          </p:cNvPr>
          <p:cNvSpPr>
            <a:spLocks xmlns:a="http://schemas.openxmlformats.org/drawingml/2006/main" noGrp="1"/>
          </p:cNvSpPr>
          <p:nvPr/>
        </p:nvSpPr>
        <p:spPr>
          <a:xfrm xmlns:a="http://schemas.openxmlformats.org/drawingml/2006/main">
            <a:off x="6877050" y="2571750"/>
            <a:ext cx="457200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700" b="0">
                <a:solidFill>
                  <a:srgbClr val="132F43"/>
                </a:solidFill>
                <a:latin typeface="Arial"/>
                <a:ea typeface="Arial"/>
                <a:cs typeface="Arial"/>
              </a:defRPr>
            </a:defPPr>
          </a:lstStyle>
          <a:p xmlns:a="http://schemas.openxmlformats.org/drawingml/2006/main">
            <a:pPr algn="l">
              <a:defRPr sz="2700" b="0">
                <a:solidFill>
                  <a:srgbClr val="132F43"/>
                </a:solidFill>
                <a:latin typeface="Arial"/>
                <a:ea typeface="Arial"/>
                <a:cs typeface="Arial"/>
              </a:defRPr>
            </a:pPr>
            <a:r>
              <a:rPr sz="2700" b="0">
                <a:solidFill>
                  <a:srgbClr val="132F43"/>
                </a:solidFill>
                <a:latin typeface="Arial"/>
                <a:ea typeface="Arial"/>
                <a:cs typeface="Arial"/>
              </a:rPr>
              <a:t>Facturas</a:t>
            </a:r>
          </a:p>
          <a:p xmlns:a="http://schemas.openxmlformats.org/drawingml/2006/main">
            <a:pPr algn="l">
              <a:defRPr sz="2700" b="0">
                <a:solidFill>
                  <a:srgbClr val="132F43"/>
                </a:solidFill>
                <a:latin typeface="Arial"/>
                <a:ea typeface="Arial"/>
                <a:cs typeface="Arial"/>
              </a:defRPr>
            </a:pPr>
            <a:r>
              <a:rPr sz="2700" b="0">
                <a:solidFill>
                  <a:srgbClr val="132F43"/>
                </a:solidFill>
                <a:latin typeface="Arial"/>
                <a:ea typeface="Arial"/>
                <a:cs typeface="Arial"/>
              </a:rPr>
              <a:t>Puntos</a:t>
            </a:r>
          </a:p>
          <a:p xmlns:a="http://schemas.openxmlformats.org/drawingml/2006/main">
            <a:pPr algn="l">
              <a:defRPr sz="2700" b="0">
                <a:solidFill>
                  <a:srgbClr val="132F43"/>
                </a:solidFill>
                <a:latin typeface="Arial"/>
                <a:ea typeface="Arial"/>
                <a:cs typeface="Arial"/>
              </a:defRPr>
            </a:pPr>
            <a:r>
              <a:rPr sz="2700" b="0">
                <a:solidFill>
                  <a:srgbClr val="132F43"/>
                </a:solidFill>
                <a:latin typeface="Arial"/>
                <a:ea typeface="Arial"/>
                <a:cs typeface="Arial"/>
              </a:rPr>
              <a:t>Entrega de premios</a:t>
            </a:r>
          </a:p>
        </p:txBody>
      </p:sp>
      <p:sp>
        <p:nvSpPr>
          <p:cNvPr id="6" name="text-5">
            <a:extLst xmlns:a="http://schemas.openxmlformats.org/drawingml/2006/main">
              <a:ext uri="{FF2B5EF4-FFF2-40B4-BE49-F238E27FC236}">
                <a16:creationId xmlns:a16="http://schemas.microsoft.com/office/drawing/2014/main" id="{36774C2E-0FEB-44D1-A0E4-71C6B7119500}"/>
              </a:ext>
            </a:extLst>
          </p:cNvPr>
          <p:cNvSpPr>
            <a:spLocks xmlns:a="http://schemas.openxmlformats.org/drawingml/2006/main" noGrp="1"/>
          </p:cNvSpPr>
          <p:nvPr/>
        </p:nvSpPr>
        <p:spPr>
          <a:xfrm xmlns:a="http://schemas.openxmlformats.org/drawingml/2006/main">
            <a:off x="723900" y="5248275"/>
            <a:ext cx="10668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875" b="0">
                <a:solidFill>
                  <a:srgbClr val="576673"/>
                </a:solidFill>
                <a:latin typeface="Arial"/>
                <a:ea typeface="Arial"/>
                <a:cs typeface="Arial"/>
              </a:defRPr>
            </a:defPPr>
          </a:lstStyle>
          <a:p xmlns:a="http://schemas.openxmlformats.org/drawingml/2006/main">
            <a:pPr algn="l">
              <a:defRPr sz="1875" b="0">
                <a:solidFill>
                  <a:srgbClr val="576673"/>
                </a:solidFill>
                <a:latin typeface="Arial"/>
                <a:ea typeface="Arial"/>
                <a:cs typeface="Arial"/>
              </a:defRPr>
            </a:pPr>
            <a:r>
              <a:rPr sz="1875" b="0">
                <a:solidFill>
                  <a:srgbClr val="576673"/>
                </a:solidFill>
                <a:latin typeface="Arial"/>
                <a:ea typeface="Arial"/>
                <a:cs typeface="Arial"/>
              </a:rPr>
              <a:t>Problema de referencia: registros separados y dificultad para revisar saldos y entregas</a:t>
            </a:r>
          </a:p>
        </p:txBody>
      </p:sp>
      <p:sp>
        <p:nvSpPr>
          <p:cNvPr id="7" name="text-6">
            <a:extLst xmlns:a="http://schemas.openxmlformats.org/drawingml/2006/main">
              <a:ext uri="{FF2B5EF4-FFF2-40B4-BE49-F238E27FC236}">
                <a16:creationId xmlns:a16="http://schemas.microsoft.com/office/drawing/2014/main" id="{E5EC0C37-8DA2-49CF-BCCE-14D43F83BA10}"/>
              </a:ext>
            </a:extLst>
          </p:cNvPr>
          <p:cNvSpPr>
            <a:spLocks xmlns:a="http://schemas.openxmlformats.org/drawingml/2006/main" noGrp="1"/>
          </p:cNvSpPr>
          <p:nvPr/>
        </p:nvSpPr>
        <p:spPr>
          <a:xfrm xmlns:a="http://schemas.openxmlformats.org/drawingml/2006/main">
            <a:off x="11068050" y="6419850"/>
            <a:ext cx="7143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350" b="0">
                <a:solidFill>
                  <a:srgbClr val="576673"/>
                </a:solidFill>
                <a:latin typeface="Arial"/>
                <a:ea typeface="Arial"/>
                <a:cs typeface="Arial"/>
              </a:defRPr>
            </a:defPPr>
          </a:lstStyle>
          <a:p xmlns:a="http://schemas.openxmlformats.org/drawingml/2006/main">
            <a:pPr algn="l">
              <a:defRPr sz="1350" b="0">
                <a:solidFill>
                  <a:srgbClr val="576673"/>
                </a:solidFill>
                <a:latin typeface="Arial"/>
                <a:ea typeface="Arial"/>
                <a:cs typeface="Arial"/>
              </a:defRPr>
            </a:pPr>
            <a:r>
              <a:rPr sz="1350" b="0">
                <a:solidFill>
                  <a:srgbClr val="576673"/>
                </a:solidFill>
                <a:latin typeface="Arial"/>
                <a:ea typeface="Arial"/>
                <a:cs typeface="Arial"/>
              </a:rPr>
              <a:t>2 / 9</a:t>
            </a:r>
          </a:p>
        </p:txBody>
      </p:sp>
    </p:spTree>
    <p:extLst>
      <p:ext uri="{BB962C8B-B14F-4D97-AF65-F5344CB8AC3E}">
        <p14:creationId xmlns:p14="http://schemas.microsoft.com/office/powerpoint/2010/main" val="322321027"/>
      </p:ext>
    </p:extLst>
  </p:cSld>
</p:sld>
</file>

<file path=ppt/slides/slide3.xml><?xml version="1.0" encoding="utf-8"?>
<p:sld xmlns:p="http://schemas.openxmlformats.org/presentationml/2006/main">
  <p:cSld>
    <p:bg>
      <p:bgPr>
        <a:solidFill xmlns:a="http://schemas.openxmlformats.org/drawingml/2006/main">
          <a:srgbClr val="F7F9FA"/>
        </a:solidFill>
      </p:bgPr>
    </p:bg>
    <p:spTree>
      <p:nvGrpSpPr>
        <p:cNvPr id="1" name=""/>
        <p:cNvGrpSpPr/>
        <p:nvPr/>
      </p:nvGrpSpPr>
      <p:grpSpPr>
        <a:xfrm xmlns:a="http://schemas.openxmlformats.org/drawingml/2006/main"/>
      </p:grpSpPr>
      <p:sp>
        <p:nvSpPr>
          <p:cNvPr id="11" name="text-0">
            <a:extLst xmlns:a="http://schemas.openxmlformats.org/drawingml/2006/main">
              <a:ext uri="{FF2B5EF4-FFF2-40B4-BE49-F238E27FC236}">
                <a16:creationId xmlns:a16="http://schemas.microsoft.com/office/drawing/2014/main" id="{18EB1302-E152-4A04-AF7C-1336FB2A205A}"/>
              </a:ext>
            </a:extLst>
          </p:cNvPr>
          <p:cNvSpPr>
            <a:spLocks xmlns:a="http://schemas.openxmlformats.org/drawingml/2006/main" noGrp="1"/>
          </p:cNvSpPr>
          <p:nvPr/>
        </p:nvSpPr>
        <p:spPr>
          <a:xfrm xmlns:a="http://schemas.openxmlformats.org/drawingml/2006/main">
            <a:off x="685800" y="5334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3375" b="1">
                <a:solidFill>
                  <a:srgbClr val="132F43"/>
                </a:solidFill>
                <a:latin typeface="Arial"/>
                <a:ea typeface="Arial"/>
                <a:cs typeface="Arial"/>
              </a:defRPr>
            </a:defPPr>
          </a:lstStyle>
          <a:p xmlns:a="http://schemas.openxmlformats.org/drawingml/2006/main">
            <a:pPr algn="l">
              <a:defRPr sz="3375" b="1">
                <a:solidFill>
                  <a:srgbClr val="132F43"/>
                </a:solidFill>
                <a:latin typeface="Arial"/>
                <a:ea typeface="Arial"/>
                <a:cs typeface="Arial"/>
              </a:defRPr>
            </a:pPr>
            <a:r>
              <a:rPr sz="3375" b="1">
                <a:solidFill>
                  <a:srgbClr val="132F43"/>
                </a:solidFill>
                <a:latin typeface="Arial"/>
                <a:ea typeface="Arial"/>
                <a:cs typeface="Arial"/>
              </a:rPr>
              <a:t>Solución y flujo de lealtad</a:t>
            </a:r>
          </a:p>
        </p:txBody>
      </p:sp>
      <p:sp>
        <p:nvSpPr>
          <p:cNvPr id="2" name="text-1">
            <a:extLst xmlns:a="http://schemas.openxmlformats.org/drawingml/2006/main">
              <a:ext uri="{FF2B5EF4-FFF2-40B4-BE49-F238E27FC236}">
                <a16:creationId xmlns:a16="http://schemas.microsoft.com/office/drawing/2014/main" id="{94046280-AB7C-4658-9E32-FD690B240719}"/>
              </a:ext>
            </a:extLst>
          </p:cNvPr>
          <p:cNvSpPr>
            <a:spLocks xmlns:a="http://schemas.openxmlformats.org/drawingml/2006/main" noGrp="1"/>
          </p:cNvSpPr>
          <p:nvPr/>
        </p:nvSpPr>
        <p:spPr>
          <a:xfrm xmlns:a="http://schemas.openxmlformats.org/drawingml/2006/main">
            <a:off x="714375" y="1838325"/>
            <a:ext cx="9048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3150" b="1">
                <a:solidFill>
                  <a:srgbClr val="356A79"/>
                </a:solidFill>
                <a:latin typeface="Arial"/>
                <a:ea typeface="Arial"/>
                <a:cs typeface="Arial"/>
              </a:defRPr>
            </a:defPPr>
          </a:lstStyle>
          <a:p xmlns:a="http://schemas.openxmlformats.org/drawingml/2006/main">
            <a:pPr algn="l">
              <a:defRPr sz="3150" b="1">
                <a:solidFill>
                  <a:srgbClr val="356A79"/>
                </a:solidFill>
                <a:latin typeface="Arial"/>
                <a:ea typeface="Arial"/>
                <a:cs typeface="Arial"/>
              </a:defRPr>
            </a:pPr>
            <a:r>
              <a:rPr sz="3150" b="1">
                <a:solidFill>
                  <a:srgbClr val="356A79"/>
                </a:solidFill>
                <a:latin typeface="Arial"/>
                <a:ea typeface="Arial"/>
                <a:cs typeface="Arial"/>
              </a:rPr>
              <a:t>01</a:t>
            </a:r>
          </a:p>
        </p:txBody>
      </p:sp>
      <p:sp>
        <p:nvSpPr>
          <p:cNvPr id="3" name="text-2">
            <a:extLst xmlns:a="http://schemas.openxmlformats.org/drawingml/2006/main">
              <a:ext uri="{FF2B5EF4-FFF2-40B4-BE49-F238E27FC236}">
                <a16:creationId xmlns:a16="http://schemas.microsoft.com/office/drawing/2014/main" id="{C0A3A40D-8BBB-4DFF-BF0E-16B06D17A9B3}"/>
              </a:ext>
            </a:extLst>
          </p:cNvPr>
          <p:cNvSpPr>
            <a:spLocks xmlns:a="http://schemas.openxmlformats.org/drawingml/2006/main" noGrp="1"/>
          </p:cNvSpPr>
          <p:nvPr/>
        </p:nvSpPr>
        <p:spPr>
          <a:xfrm xmlns:a="http://schemas.openxmlformats.org/drawingml/2006/main">
            <a:off x="1905000" y="1895475"/>
            <a:ext cx="938212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550" b="0">
                <a:solidFill>
                  <a:srgbClr val="132F43"/>
                </a:solidFill>
                <a:latin typeface="Arial"/>
                <a:ea typeface="Arial"/>
                <a:cs typeface="Arial"/>
              </a:defRPr>
            </a:defPPr>
          </a:lstStyle>
          <a:p xmlns:a="http://schemas.openxmlformats.org/drawingml/2006/main">
            <a:pPr algn="l">
              <a:defRPr sz="2550" b="0">
                <a:solidFill>
                  <a:srgbClr val="132F43"/>
                </a:solidFill>
                <a:latin typeface="Arial"/>
                <a:ea typeface="Arial"/>
                <a:cs typeface="Arial"/>
              </a:defRPr>
            </a:pPr>
            <a:r>
              <a:rPr sz="2550" b="0">
                <a:solidFill>
                  <a:srgbClr val="132F43"/>
                </a:solidFill>
                <a:latin typeface="Arial"/>
                <a:ea typeface="Arial"/>
                <a:cs typeface="Arial"/>
              </a:rPr>
              <a:t>Registro de la factura</a:t>
            </a:r>
          </a:p>
        </p:txBody>
      </p:sp>
      <p:sp>
        <p:nvSpPr>
          <p:cNvPr id="4" name="text-3">
            <a:extLst xmlns:a="http://schemas.openxmlformats.org/drawingml/2006/main">
              <a:ext uri="{FF2B5EF4-FFF2-40B4-BE49-F238E27FC236}">
                <a16:creationId xmlns:a16="http://schemas.microsoft.com/office/drawing/2014/main" id="{38B5D664-A6B1-47FC-87A0-5B8F4F704E4B}"/>
              </a:ext>
            </a:extLst>
          </p:cNvPr>
          <p:cNvSpPr>
            <a:spLocks xmlns:a="http://schemas.openxmlformats.org/drawingml/2006/main" noGrp="1"/>
          </p:cNvSpPr>
          <p:nvPr/>
        </p:nvSpPr>
        <p:spPr>
          <a:xfrm xmlns:a="http://schemas.openxmlformats.org/drawingml/2006/main">
            <a:off x="714375" y="2743200"/>
            <a:ext cx="9048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3150" b="1">
                <a:solidFill>
                  <a:srgbClr val="356A79"/>
                </a:solidFill>
                <a:latin typeface="Arial"/>
                <a:ea typeface="Arial"/>
                <a:cs typeface="Arial"/>
              </a:defRPr>
            </a:defPPr>
          </a:lstStyle>
          <a:p xmlns:a="http://schemas.openxmlformats.org/drawingml/2006/main">
            <a:pPr algn="l">
              <a:defRPr sz="3150" b="1">
                <a:solidFill>
                  <a:srgbClr val="356A79"/>
                </a:solidFill>
                <a:latin typeface="Arial"/>
                <a:ea typeface="Arial"/>
                <a:cs typeface="Arial"/>
              </a:defRPr>
            </a:pPr>
            <a:r>
              <a:rPr sz="3150" b="1">
                <a:solidFill>
                  <a:srgbClr val="356A79"/>
                </a:solidFill>
                <a:latin typeface="Arial"/>
                <a:ea typeface="Arial"/>
                <a:cs typeface="Arial"/>
              </a:rPr>
              <a:t>02</a:t>
            </a:r>
          </a:p>
        </p:txBody>
      </p:sp>
      <p:sp>
        <p:nvSpPr>
          <p:cNvPr id="5" name="text-4">
            <a:extLst xmlns:a="http://schemas.openxmlformats.org/drawingml/2006/main">
              <a:ext uri="{FF2B5EF4-FFF2-40B4-BE49-F238E27FC236}">
                <a16:creationId xmlns:a16="http://schemas.microsoft.com/office/drawing/2014/main" id="{F68B2A7A-2052-476B-842D-26F5FA44B797}"/>
              </a:ext>
            </a:extLst>
          </p:cNvPr>
          <p:cNvSpPr>
            <a:spLocks xmlns:a="http://schemas.openxmlformats.org/drawingml/2006/main" noGrp="1"/>
          </p:cNvSpPr>
          <p:nvPr/>
        </p:nvSpPr>
        <p:spPr>
          <a:xfrm xmlns:a="http://schemas.openxmlformats.org/drawingml/2006/main">
            <a:off x="1905000" y="2800350"/>
            <a:ext cx="938212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550" b="0">
                <a:solidFill>
                  <a:srgbClr val="132F43"/>
                </a:solidFill>
                <a:latin typeface="Arial"/>
                <a:ea typeface="Arial"/>
                <a:cs typeface="Arial"/>
              </a:defRPr>
            </a:defPPr>
          </a:lstStyle>
          <a:p xmlns:a="http://schemas.openxmlformats.org/drawingml/2006/main">
            <a:pPr algn="l">
              <a:defRPr sz="2550" b="0">
                <a:solidFill>
                  <a:srgbClr val="132F43"/>
                </a:solidFill>
                <a:latin typeface="Arial"/>
                <a:ea typeface="Arial"/>
                <a:cs typeface="Arial"/>
              </a:defRPr>
            </a:pPr>
            <a:r>
              <a:rPr sz="2550" b="0">
                <a:solidFill>
                  <a:srgbClr val="132F43"/>
                </a:solidFill>
                <a:latin typeface="Arial"/>
                <a:ea typeface="Arial"/>
                <a:cs typeface="Arial"/>
              </a:rPr>
              <a:t>Cálculo de puntos en servidor</a:t>
            </a:r>
          </a:p>
        </p:txBody>
      </p:sp>
      <p:sp>
        <p:nvSpPr>
          <p:cNvPr id="6" name="text-5">
            <a:extLst xmlns:a="http://schemas.openxmlformats.org/drawingml/2006/main">
              <a:ext uri="{FF2B5EF4-FFF2-40B4-BE49-F238E27FC236}">
                <a16:creationId xmlns:a16="http://schemas.microsoft.com/office/drawing/2014/main" id="{D17EA3B4-F587-4E0C-8795-7E407C6DF1FA}"/>
              </a:ext>
            </a:extLst>
          </p:cNvPr>
          <p:cNvSpPr>
            <a:spLocks xmlns:a="http://schemas.openxmlformats.org/drawingml/2006/main" noGrp="1"/>
          </p:cNvSpPr>
          <p:nvPr/>
        </p:nvSpPr>
        <p:spPr>
          <a:xfrm xmlns:a="http://schemas.openxmlformats.org/drawingml/2006/main">
            <a:off x="714375" y="3648075"/>
            <a:ext cx="9048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3150" b="1">
                <a:solidFill>
                  <a:srgbClr val="356A79"/>
                </a:solidFill>
                <a:latin typeface="Arial"/>
                <a:ea typeface="Arial"/>
                <a:cs typeface="Arial"/>
              </a:defRPr>
            </a:defPPr>
          </a:lstStyle>
          <a:p xmlns:a="http://schemas.openxmlformats.org/drawingml/2006/main">
            <a:pPr algn="l">
              <a:defRPr sz="3150" b="1">
                <a:solidFill>
                  <a:srgbClr val="356A79"/>
                </a:solidFill>
                <a:latin typeface="Arial"/>
                <a:ea typeface="Arial"/>
                <a:cs typeface="Arial"/>
              </a:defRPr>
            </a:pPr>
            <a:r>
              <a:rPr sz="3150" b="1">
                <a:solidFill>
                  <a:srgbClr val="356A79"/>
                </a:solidFill>
                <a:latin typeface="Arial"/>
                <a:ea typeface="Arial"/>
                <a:cs typeface="Arial"/>
              </a:rPr>
              <a:t>03</a:t>
            </a:r>
          </a:p>
        </p:txBody>
      </p:sp>
      <p:sp>
        <p:nvSpPr>
          <p:cNvPr id="7" name="text-6">
            <a:extLst xmlns:a="http://schemas.openxmlformats.org/drawingml/2006/main">
              <a:ext uri="{FF2B5EF4-FFF2-40B4-BE49-F238E27FC236}">
                <a16:creationId xmlns:a16="http://schemas.microsoft.com/office/drawing/2014/main" id="{59AF383F-AECB-4E11-94F3-1A4C4A174836}"/>
              </a:ext>
            </a:extLst>
          </p:cNvPr>
          <p:cNvSpPr>
            <a:spLocks xmlns:a="http://schemas.openxmlformats.org/drawingml/2006/main" noGrp="1"/>
          </p:cNvSpPr>
          <p:nvPr/>
        </p:nvSpPr>
        <p:spPr>
          <a:xfrm xmlns:a="http://schemas.openxmlformats.org/drawingml/2006/main">
            <a:off x="1905000" y="3705225"/>
            <a:ext cx="938212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550" b="0">
                <a:solidFill>
                  <a:srgbClr val="132F43"/>
                </a:solidFill>
                <a:latin typeface="Arial"/>
                <a:ea typeface="Arial"/>
                <a:cs typeface="Arial"/>
              </a:defRPr>
            </a:defPPr>
          </a:lstStyle>
          <a:p xmlns:a="http://schemas.openxmlformats.org/drawingml/2006/main">
            <a:pPr algn="l">
              <a:defRPr sz="2550" b="0">
                <a:solidFill>
                  <a:srgbClr val="132F43"/>
                </a:solidFill>
                <a:latin typeface="Arial"/>
                <a:ea typeface="Arial"/>
                <a:cs typeface="Arial"/>
              </a:defRPr>
            </a:pPr>
            <a:r>
              <a:rPr sz="2550" b="0">
                <a:solidFill>
                  <a:srgbClr val="132F43"/>
                </a:solidFill>
                <a:latin typeface="Arial"/>
                <a:ea typeface="Arial"/>
                <a:cs typeface="Arial"/>
              </a:rPr>
              <a:t>Solicitud y entrega del premio</a:t>
            </a:r>
          </a:p>
        </p:txBody>
      </p:sp>
      <p:sp>
        <p:nvSpPr>
          <p:cNvPr id="8" name="text-7">
            <a:extLst xmlns:a="http://schemas.openxmlformats.org/drawingml/2006/main">
              <a:ext uri="{FF2B5EF4-FFF2-40B4-BE49-F238E27FC236}">
                <a16:creationId xmlns:a16="http://schemas.microsoft.com/office/drawing/2014/main" id="{76CDC518-CB20-41C7-8321-BF60CDA3F88E}"/>
              </a:ext>
            </a:extLst>
          </p:cNvPr>
          <p:cNvSpPr>
            <a:spLocks xmlns:a="http://schemas.openxmlformats.org/drawingml/2006/main" noGrp="1"/>
          </p:cNvSpPr>
          <p:nvPr/>
        </p:nvSpPr>
        <p:spPr>
          <a:xfrm xmlns:a="http://schemas.openxmlformats.org/drawingml/2006/main">
            <a:off x="714375" y="4552950"/>
            <a:ext cx="9048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3150" b="1">
                <a:solidFill>
                  <a:srgbClr val="356A79"/>
                </a:solidFill>
                <a:latin typeface="Arial"/>
                <a:ea typeface="Arial"/>
                <a:cs typeface="Arial"/>
              </a:defRPr>
            </a:defPPr>
          </a:lstStyle>
          <a:p xmlns:a="http://schemas.openxmlformats.org/drawingml/2006/main">
            <a:pPr algn="l">
              <a:defRPr sz="3150" b="1">
                <a:solidFill>
                  <a:srgbClr val="356A79"/>
                </a:solidFill>
                <a:latin typeface="Arial"/>
                <a:ea typeface="Arial"/>
                <a:cs typeface="Arial"/>
              </a:defRPr>
            </a:pPr>
            <a:r>
              <a:rPr sz="3150" b="1">
                <a:solidFill>
                  <a:srgbClr val="356A79"/>
                </a:solidFill>
                <a:latin typeface="Arial"/>
                <a:ea typeface="Arial"/>
                <a:cs typeface="Arial"/>
              </a:rPr>
              <a:t>04</a:t>
            </a:r>
          </a:p>
        </p:txBody>
      </p:sp>
      <p:sp>
        <p:nvSpPr>
          <p:cNvPr id="9" name="text-8">
            <a:extLst xmlns:a="http://schemas.openxmlformats.org/drawingml/2006/main">
              <a:ext uri="{FF2B5EF4-FFF2-40B4-BE49-F238E27FC236}">
                <a16:creationId xmlns:a16="http://schemas.microsoft.com/office/drawing/2014/main" id="{FE4AF65A-B1ED-42D3-92F0-195699076000}"/>
              </a:ext>
            </a:extLst>
          </p:cNvPr>
          <p:cNvSpPr>
            <a:spLocks xmlns:a="http://schemas.openxmlformats.org/drawingml/2006/main" noGrp="1"/>
          </p:cNvSpPr>
          <p:nvPr/>
        </p:nvSpPr>
        <p:spPr>
          <a:xfrm xmlns:a="http://schemas.openxmlformats.org/drawingml/2006/main">
            <a:off x="1905000" y="4610100"/>
            <a:ext cx="938212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550" b="0">
                <a:solidFill>
                  <a:srgbClr val="132F43"/>
                </a:solidFill>
                <a:latin typeface="Arial"/>
                <a:ea typeface="Arial"/>
                <a:cs typeface="Arial"/>
              </a:defRPr>
            </a:defPPr>
          </a:lstStyle>
          <a:p xmlns:a="http://schemas.openxmlformats.org/drawingml/2006/main">
            <a:pPr algn="l">
              <a:defRPr sz="2550" b="0">
                <a:solidFill>
                  <a:srgbClr val="132F43"/>
                </a:solidFill>
                <a:latin typeface="Arial"/>
                <a:ea typeface="Arial"/>
                <a:cs typeface="Arial"/>
              </a:defRPr>
            </a:pPr>
            <a:r>
              <a:rPr sz="2550" b="0">
                <a:solidFill>
                  <a:srgbClr val="132F43"/>
                </a:solidFill>
                <a:latin typeface="Arial"/>
                <a:ea typeface="Arial"/>
                <a:cs typeface="Arial"/>
              </a:rPr>
              <a:t>Historial por cliente y por operación</a:t>
            </a:r>
          </a:p>
        </p:txBody>
      </p:sp>
      <p:sp>
        <p:nvSpPr>
          <p:cNvPr id="10" name="text-9">
            <a:extLst xmlns:a="http://schemas.openxmlformats.org/drawingml/2006/main">
              <a:ext uri="{FF2B5EF4-FFF2-40B4-BE49-F238E27FC236}">
                <a16:creationId xmlns:a16="http://schemas.microsoft.com/office/drawing/2014/main" id="{E99B6FA1-9EDC-47BD-B1E0-08C59B7F9322}"/>
              </a:ext>
            </a:extLst>
          </p:cNvPr>
          <p:cNvSpPr>
            <a:spLocks xmlns:a="http://schemas.openxmlformats.org/drawingml/2006/main" noGrp="1"/>
          </p:cNvSpPr>
          <p:nvPr/>
        </p:nvSpPr>
        <p:spPr>
          <a:xfrm xmlns:a="http://schemas.openxmlformats.org/drawingml/2006/main">
            <a:off x="11068050" y="6419850"/>
            <a:ext cx="7143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350" b="0">
                <a:solidFill>
                  <a:srgbClr val="576673"/>
                </a:solidFill>
                <a:latin typeface="Arial"/>
                <a:ea typeface="Arial"/>
                <a:cs typeface="Arial"/>
              </a:defRPr>
            </a:defPPr>
          </a:lstStyle>
          <a:p xmlns:a="http://schemas.openxmlformats.org/drawingml/2006/main">
            <a:pPr algn="l">
              <a:defRPr sz="1350" b="0">
                <a:solidFill>
                  <a:srgbClr val="576673"/>
                </a:solidFill>
                <a:latin typeface="Arial"/>
                <a:ea typeface="Arial"/>
                <a:cs typeface="Arial"/>
              </a:defRPr>
            </a:pPr>
            <a:r>
              <a:rPr sz="1350" b="0">
                <a:solidFill>
                  <a:srgbClr val="576673"/>
                </a:solidFill>
                <a:latin typeface="Arial"/>
                <a:ea typeface="Arial"/>
                <a:cs typeface="Arial"/>
              </a:rPr>
              <a:t>3 / 9</a:t>
            </a:r>
          </a:p>
        </p:txBody>
      </p:sp>
    </p:spTree>
    <p:extLst>
      <p:ext uri="{BB962C8B-B14F-4D97-AF65-F5344CB8AC3E}">
        <p14:creationId xmlns:p14="http://schemas.microsoft.com/office/powerpoint/2010/main" val="1221919437"/>
      </p:ext>
    </p:extLst>
  </p:cSld>
</p:sld>
</file>

<file path=ppt/slides/slide4.xml><?xml version="1.0" encoding="utf-8"?>
<p:sld xmlns:p="http://schemas.openxmlformats.org/presentationml/2006/main">
  <p:cSld>
    <p:bg>
      <p:bgPr>
        <a:solidFill xmlns:a="http://schemas.openxmlformats.org/drawingml/2006/main">
          <a:srgbClr val="F7F9FA"/>
        </a:solidFill>
      </p:bgPr>
    </p:bg>
    <p:spTree>
      <p:nvGrpSpPr>
        <p:cNvPr id="1" name=""/>
        <p:cNvGrpSpPr/>
        <p:nvPr/>
      </p:nvGrpSpPr>
      <p:grpSpPr>
        <a:xfrm xmlns:a="http://schemas.openxmlformats.org/drawingml/2006/main"/>
      </p:grpSpPr>
      <p:sp>
        <p:nvSpPr>
          <p:cNvPr id="11" name="text-0">
            <a:extLst xmlns:a="http://schemas.openxmlformats.org/drawingml/2006/main">
              <a:ext uri="{FF2B5EF4-FFF2-40B4-BE49-F238E27FC236}">
                <a16:creationId xmlns:a16="http://schemas.microsoft.com/office/drawing/2014/main" id="{5DCEC622-A4C0-498E-8DA0-AF3950AD6A00}"/>
              </a:ext>
            </a:extLst>
          </p:cNvPr>
          <p:cNvSpPr>
            <a:spLocks xmlns:a="http://schemas.openxmlformats.org/drawingml/2006/main" noGrp="1"/>
          </p:cNvSpPr>
          <p:nvPr/>
        </p:nvSpPr>
        <p:spPr>
          <a:xfrm xmlns:a="http://schemas.openxmlformats.org/drawingml/2006/main">
            <a:off x="685800" y="5334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3375" b="1">
                <a:solidFill>
                  <a:srgbClr val="132F43"/>
                </a:solidFill>
                <a:latin typeface="Arial"/>
                <a:ea typeface="Arial"/>
                <a:cs typeface="Arial"/>
              </a:defRPr>
            </a:defPPr>
          </a:lstStyle>
          <a:p xmlns:a="http://schemas.openxmlformats.org/drawingml/2006/main">
            <a:pPr algn="l">
              <a:defRPr sz="3375" b="1">
                <a:solidFill>
                  <a:srgbClr val="132F43"/>
                </a:solidFill>
                <a:latin typeface="Arial"/>
                <a:ea typeface="Arial"/>
                <a:cs typeface="Arial"/>
              </a:defRPr>
            </a:pPr>
            <a:r>
              <a:rPr sz="3375" b="1">
                <a:solidFill>
                  <a:srgbClr val="132F43"/>
                </a:solidFill>
                <a:latin typeface="Arial"/>
                <a:ea typeface="Arial"/>
                <a:cs typeface="Arial"/>
              </a:rPr>
              <a:t>Arquitectura de la aplicación</a:t>
            </a:r>
          </a:p>
        </p:txBody>
      </p:sp>
      <p:sp>
        <p:nvSpPr>
          <p:cNvPr id="2" name="text-1">
            <a:extLst xmlns:a="http://schemas.openxmlformats.org/drawingml/2006/main">
              <a:ext uri="{FF2B5EF4-FFF2-40B4-BE49-F238E27FC236}">
                <a16:creationId xmlns:a16="http://schemas.microsoft.com/office/drawing/2014/main" id="{9A16ED35-AE2E-4CFB-8936-178EC5CAD121}"/>
              </a:ext>
            </a:extLst>
          </p:cNvPr>
          <p:cNvSpPr>
            <a:spLocks xmlns:a="http://schemas.openxmlformats.org/drawingml/2006/main" noGrp="1"/>
          </p:cNvSpPr>
          <p:nvPr/>
        </p:nvSpPr>
        <p:spPr>
          <a:xfrm xmlns:a="http://schemas.openxmlformats.org/drawingml/2006/main">
            <a:off x="723900" y="1809750"/>
            <a:ext cx="2952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875" b="1">
                <a:solidFill>
                  <a:srgbClr val="576673"/>
                </a:solidFill>
                <a:latin typeface="Arial"/>
                <a:ea typeface="Arial"/>
                <a:cs typeface="Arial"/>
              </a:defRPr>
            </a:defPPr>
          </a:lstStyle>
          <a:p xmlns:a="http://schemas.openxmlformats.org/drawingml/2006/main">
            <a:pPr algn="l">
              <a:defRPr sz="1875" b="1">
                <a:solidFill>
                  <a:srgbClr val="576673"/>
                </a:solidFill>
                <a:latin typeface="Arial"/>
                <a:ea typeface="Arial"/>
                <a:cs typeface="Arial"/>
              </a:defRPr>
            </a:pPr>
            <a:r>
              <a:rPr sz="1875" b="1">
                <a:solidFill>
                  <a:srgbClr val="576673"/>
                </a:solidFill>
                <a:latin typeface="Arial"/>
                <a:ea typeface="Arial"/>
                <a:cs typeface="Arial"/>
              </a:rPr>
              <a:t>INTERFACES</a:t>
            </a:r>
          </a:p>
        </p:txBody>
      </p:sp>
      <p:sp>
        <p:nvSpPr>
          <p:cNvPr id="3" name="text-2">
            <a:extLst xmlns:a="http://schemas.openxmlformats.org/drawingml/2006/main">
              <a:ext uri="{FF2B5EF4-FFF2-40B4-BE49-F238E27FC236}">
                <a16:creationId xmlns:a16="http://schemas.microsoft.com/office/drawing/2014/main" id="{D75E6A01-4C73-4C06-A11D-F6F22CE334FC}"/>
              </a:ext>
            </a:extLst>
          </p:cNvPr>
          <p:cNvSpPr>
            <a:spLocks xmlns:a="http://schemas.openxmlformats.org/drawingml/2006/main" noGrp="1"/>
          </p:cNvSpPr>
          <p:nvPr/>
        </p:nvSpPr>
        <p:spPr>
          <a:xfrm xmlns:a="http://schemas.openxmlformats.org/drawingml/2006/main">
            <a:off x="4133850" y="1714500"/>
            <a:ext cx="7096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850" b="0">
                <a:solidFill>
                  <a:srgbClr val="132F43"/>
                </a:solidFill>
                <a:latin typeface="Arial"/>
                <a:ea typeface="Arial"/>
                <a:cs typeface="Arial"/>
              </a:defRPr>
            </a:defPPr>
          </a:lstStyle>
          <a:p xmlns:a="http://schemas.openxmlformats.org/drawingml/2006/main">
            <a:pPr algn="l">
              <a:defRPr sz="2850" b="0">
                <a:solidFill>
                  <a:srgbClr val="132F43"/>
                </a:solidFill>
                <a:latin typeface="Arial"/>
                <a:ea typeface="Arial"/>
                <a:cs typeface="Arial"/>
              </a:defRPr>
            </a:pPr>
            <a:r>
              <a:rPr sz="2850" b="0">
                <a:solidFill>
                  <a:srgbClr val="132F43"/>
                </a:solidFill>
                <a:latin typeface="Arial"/>
                <a:ea typeface="Arial"/>
                <a:cs typeface="Arial"/>
              </a:rPr>
              <a:t>Next.js y React</a:t>
            </a:r>
          </a:p>
        </p:txBody>
      </p:sp>
      <p:sp>
        <p:nvSpPr>
          <p:cNvPr id="4" name="text-3">
            <a:extLst xmlns:a="http://schemas.openxmlformats.org/drawingml/2006/main">
              <a:ext uri="{FF2B5EF4-FFF2-40B4-BE49-F238E27FC236}">
                <a16:creationId xmlns:a16="http://schemas.microsoft.com/office/drawing/2014/main" id="{CD39470D-F60D-4FC3-A6FD-3AA3DCBCF8CF}"/>
              </a:ext>
            </a:extLst>
          </p:cNvPr>
          <p:cNvSpPr>
            <a:spLocks xmlns:a="http://schemas.openxmlformats.org/drawingml/2006/main" noGrp="1"/>
          </p:cNvSpPr>
          <p:nvPr/>
        </p:nvSpPr>
        <p:spPr>
          <a:xfrm xmlns:a="http://schemas.openxmlformats.org/drawingml/2006/main">
            <a:off x="723900" y="2752725"/>
            <a:ext cx="2952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875" b="1">
                <a:solidFill>
                  <a:srgbClr val="576673"/>
                </a:solidFill>
                <a:latin typeface="Arial"/>
                <a:ea typeface="Arial"/>
                <a:cs typeface="Arial"/>
              </a:defRPr>
            </a:defPPr>
          </a:lstStyle>
          <a:p xmlns:a="http://schemas.openxmlformats.org/drawingml/2006/main">
            <a:pPr algn="l">
              <a:defRPr sz="1875" b="1">
                <a:solidFill>
                  <a:srgbClr val="576673"/>
                </a:solidFill>
                <a:latin typeface="Arial"/>
                <a:ea typeface="Arial"/>
                <a:cs typeface="Arial"/>
              </a:defRPr>
            </a:pPr>
            <a:r>
              <a:rPr sz="1875" b="1">
                <a:solidFill>
                  <a:srgbClr val="576673"/>
                </a:solidFill>
                <a:latin typeface="Arial"/>
                <a:ea typeface="Arial"/>
                <a:cs typeface="Arial"/>
              </a:rPr>
              <a:t>API</a:t>
            </a:r>
          </a:p>
        </p:txBody>
      </p:sp>
      <p:sp>
        <p:nvSpPr>
          <p:cNvPr id="5" name="text-4">
            <a:extLst xmlns:a="http://schemas.openxmlformats.org/drawingml/2006/main">
              <a:ext uri="{FF2B5EF4-FFF2-40B4-BE49-F238E27FC236}">
                <a16:creationId xmlns:a16="http://schemas.microsoft.com/office/drawing/2014/main" id="{A4349516-00E8-4300-8323-7CCE927EA494}"/>
              </a:ext>
            </a:extLst>
          </p:cNvPr>
          <p:cNvSpPr>
            <a:spLocks xmlns:a="http://schemas.openxmlformats.org/drawingml/2006/main" noGrp="1"/>
          </p:cNvSpPr>
          <p:nvPr/>
        </p:nvSpPr>
        <p:spPr>
          <a:xfrm xmlns:a="http://schemas.openxmlformats.org/drawingml/2006/main">
            <a:off x="4133850" y="2657475"/>
            <a:ext cx="7096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850" b="0">
                <a:solidFill>
                  <a:srgbClr val="132F43"/>
                </a:solidFill>
                <a:latin typeface="Arial"/>
                <a:ea typeface="Arial"/>
                <a:cs typeface="Arial"/>
              </a:defRPr>
            </a:defPPr>
          </a:lstStyle>
          <a:p xmlns:a="http://schemas.openxmlformats.org/drawingml/2006/main">
            <a:pPr algn="l">
              <a:defRPr sz="2850" b="0">
                <a:solidFill>
                  <a:srgbClr val="132F43"/>
                </a:solidFill>
                <a:latin typeface="Arial"/>
                <a:ea typeface="Arial"/>
                <a:cs typeface="Arial"/>
              </a:defRPr>
            </a:pPr>
            <a:r>
              <a:rPr sz="2850" b="0">
                <a:solidFill>
                  <a:srgbClr val="132F43"/>
                </a:solidFill>
                <a:latin typeface="Arial"/>
                <a:ea typeface="Arial"/>
                <a:cs typeface="Arial"/>
              </a:rPr>
              <a:t>NestJS y Fastify</a:t>
            </a:r>
          </a:p>
        </p:txBody>
      </p:sp>
      <p:sp>
        <p:nvSpPr>
          <p:cNvPr id="6" name="text-5">
            <a:extLst xmlns:a="http://schemas.openxmlformats.org/drawingml/2006/main">
              <a:ext uri="{FF2B5EF4-FFF2-40B4-BE49-F238E27FC236}">
                <a16:creationId xmlns:a16="http://schemas.microsoft.com/office/drawing/2014/main" id="{40DF97FD-F2B8-410A-BD92-38AFE982A307}"/>
              </a:ext>
            </a:extLst>
          </p:cNvPr>
          <p:cNvSpPr>
            <a:spLocks xmlns:a="http://schemas.openxmlformats.org/drawingml/2006/main" noGrp="1"/>
          </p:cNvSpPr>
          <p:nvPr/>
        </p:nvSpPr>
        <p:spPr>
          <a:xfrm xmlns:a="http://schemas.openxmlformats.org/drawingml/2006/main">
            <a:off x="723900" y="3695700"/>
            <a:ext cx="2952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875" b="1">
                <a:solidFill>
                  <a:srgbClr val="576673"/>
                </a:solidFill>
                <a:latin typeface="Arial"/>
                <a:ea typeface="Arial"/>
                <a:cs typeface="Arial"/>
              </a:defRPr>
            </a:defPPr>
          </a:lstStyle>
          <a:p xmlns:a="http://schemas.openxmlformats.org/drawingml/2006/main">
            <a:pPr algn="l">
              <a:defRPr sz="1875" b="1">
                <a:solidFill>
                  <a:srgbClr val="576673"/>
                </a:solidFill>
                <a:latin typeface="Arial"/>
                <a:ea typeface="Arial"/>
                <a:cs typeface="Arial"/>
              </a:defRPr>
            </a:pPr>
            <a:r>
              <a:rPr sz="1875" b="1">
                <a:solidFill>
                  <a:srgbClr val="576673"/>
                </a:solidFill>
                <a:latin typeface="Arial"/>
                <a:ea typeface="Arial"/>
                <a:cs typeface="Arial"/>
              </a:rPr>
              <a:t>DATOS</a:t>
            </a:r>
          </a:p>
        </p:txBody>
      </p:sp>
      <p:sp>
        <p:nvSpPr>
          <p:cNvPr id="7" name="text-6">
            <a:extLst xmlns:a="http://schemas.openxmlformats.org/drawingml/2006/main">
              <a:ext uri="{FF2B5EF4-FFF2-40B4-BE49-F238E27FC236}">
                <a16:creationId xmlns:a16="http://schemas.microsoft.com/office/drawing/2014/main" id="{3E65BCC7-52B7-429D-9CD5-AA19CD47FDD9}"/>
              </a:ext>
            </a:extLst>
          </p:cNvPr>
          <p:cNvSpPr>
            <a:spLocks xmlns:a="http://schemas.openxmlformats.org/drawingml/2006/main" noGrp="1"/>
          </p:cNvSpPr>
          <p:nvPr/>
        </p:nvSpPr>
        <p:spPr>
          <a:xfrm xmlns:a="http://schemas.openxmlformats.org/drawingml/2006/main">
            <a:off x="4133850" y="3600450"/>
            <a:ext cx="7096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850" b="0">
                <a:solidFill>
                  <a:srgbClr val="132F43"/>
                </a:solidFill>
                <a:latin typeface="Arial"/>
                <a:ea typeface="Arial"/>
                <a:cs typeface="Arial"/>
              </a:defRPr>
            </a:defPPr>
          </a:lstStyle>
          <a:p xmlns:a="http://schemas.openxmlformats.org/drawingml/2006/main">
            <a:pPr algn="l">
              <a:defRPr sz="2850" b="0">
                <a:solidFill>
                  <a:srgbClr val="132F43"/>
                </a:solidFill>
                <a:latin typeface="Arial"/>
                <a:ea typeface="Arial"/>
                <a:cs typeface="Arial"/>
              </a:defRPr>
            </a:pPr>
            <a:r>
              <a:rPr sz="2850" b="0">
                <a:solidFill>
                  <a:srgbClr val="132F43"/>
                </a:solidFill>
                <a:latin typeface="Arial"/>
                <a:ea typeface="Arial"/>
                <a:cs typeface="Arial"/>
              </a:rPr>
              <a:t>PostgreSQL y Prisma</a:t>
            </a:r>
          </a:p>
        </p:txBody>
      </p:sp>
      <p:sp>
        <p:nvSpPr>
          <p:cNvPr id="8" name="text-7">
            <a:extLst xmlns:a="http://schemas.openxmlformats.org/drawingml/2006/main">
              <a:ext uri="{FF2B5EF4-FFF2-40B4-BE49-F238E27FC236}">
                <a16:creationId xmlns:a16="http://schemas.microsoft.com/office/drawing/2014/main" id="{0AED24ED-EF54-4152-B470-A3B0140F8783}"/>
              </a:ext>
            </a:extLst>
          </p:cNvPr>
          <p:cNvSpPr>
            <a:spLocks xmlns:a="http://schemas.openxmlformats.org/drawingml/2006/main" noGrp="1"/>
          </p:cNvSpPr>
          <p:nvPr/>
        </p:nvSpPr>
        <p:spPr>
          <a:xfrm xmlns:a="http://schemas.openxmlformats.org/drawingml/2006/main">
            <a:off x="723900" y="4638675"/>
            <a:ext cx="2952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875" b="1">
                <a:solidFill>
                  <a:srgbClr val="576673"/>
                </a:solidFill>
                <a:latin typeface="Arial"/>
                <a:ea typeface="Arial"/>
                <a:cs typeface="Arial"/>
              </a:defRPr>
            </a:defPPr>
          </a:lstStyle>
          <a:p xmlns:a="http://schemas.openxmlformats.org/drawingml/2006/main">
            <a:pPr algn="l">
              <a:defRPr sz="1875" b="1">
                <a:solidFill>
                  <a:srgbClr val="576673"/>
                </a:solidFill>
                <a:latin typeface="Arial"/>
                <a:ea typeface="Arial"/>
                <a:cs typeface="Arial"/>
              </a:defRPr>
            </a:pPr>
            <a:r>
              <a:rPr sz="1875" b="1">
                <a:solidFill>
                  <a:srgbClr val="576673"/>
                </a:solidFill>
                <a:latin typeface="Arial"/>
                <a:ea typeface="Arial"/>
                <a:cs typeface="Arial"/>
              </a:rPr>
              <a:t>EJECUCIÓN</a:t>
            </a:r>
          </a:p>
        </p:txBody>
      </p:sp>
      <p:sp>
        <p:nvSpPr>
          <p:cNvPr id="9" name="text-8">
            <a:extLst xmlns:a="http://schemas.openxmlformats.org/drawingml/2006/main">
              <a:ext uri="{FF2B5EF4-FFF2-40B4-BE49-F238E27FC236}">
                <a16:creationId xmlns:a16="http://schemas.microsoft.com/office/drawing/2014/main" id="{3878E938-BC35-4FFD-86AA-87323961900A}"/>
              </a:ext>
            </a:extLst>
          </p:cNvPr>
          <p:cNvSpPr>
            <a:spLocks xmlns:a="http://schemas.openxmlformats.org/drawingml/2006/main" noGrp="1"/>
          </p:cNvSpPr>
          <p:nvPr/>
        </p:nvSpPr>
        <p:spPr>
          <a:xfrm xmlns:a="http://schemas.openxmlformats.org/drawingml/2006/main">
            <a:off x="4133850" y="4543425"/>
            <a:ext cx="7096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850" b="0">
                <a:solidFill>
                  <a:srgbClr val="132F43"/>
                </a:solidFill>
                <a:latin typeface="Arial"/>
                <a:ea typeface="Arial"/>
                <a:cs typeface="Arial"/>
              </a:defRPr>
            </a:defPPr>
          </a:lstStyle>
          <a:p xmlns:a="http://schemas.openxmlformats.org/drawingml/2006/main">
            <a:pPr algn="l">
              <a:defRPr sz="2850" b="0">
                <a:solidFill>
                  <a:srgbClr val="132F43"/>
                </a:solidFill>
                <a:latin typeface="Arial"/>
                <a:ea typeface="Arial"/>
                <a:cs typeface="Arial"/>
              </a:defRPr>
            </a:pPr>
            <a:r>
              <a:rPr sz="2850" b="0">
                <a:solidFill>
                  <a:srgbClr val="132F43"/>
                </a:solidFill>
                <a:latin typeface="Arial"/>
                <a:ea typeface="Arial"/>
                <a:cs typeface="Arial"/>
              </a:rPr>
              <a:t>Docker local</a:t>
            </a:r>
          </a:p>
        </p:txBody>
      </p:sp>
      <p:sp>
        <p:nvSpPr>
          <p:cNvPr id="10" name="text-9">
            <a:extLst xmlns:a="http://schemas.openxmlformats.org/drawingml/2006/main">
              <a:ext uri="{FF2B5EF4-FFF2-40B4-BE49-F238E27FC236}">
                <a16:creationId xmlns:a16="http://schemas.microsoft.com/office/drawing/2014/main" id="{858B009D-1B94-4E27-98D3-23AEFF936C0B}"/>
              </a:ext>
            </a:extLst>
          </p:cNvPr>
          <p:cNvSpPr>
            <a:spLocks xmlns:a="http://schemas.openxmlformats.org/drawingml/2006/main" noGrp="1"/>
          </p:cNvSpPr>
          <p:nvPr/>
        </p:nvSpPr>
        <p:spPr>
          <a:xfrm xmlns:a="http://schemas.openxmlformats.org/drawingml/2006/main">
            <a:off x="11068050" y="6419850"/>
            <a:ext cx="7143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350" b="0">
                <a:solidFill>
                  <a:srgbClr val="576673"/>
                </a:solidFill>
                <a:latin typeface="Arial"/>
                <a:ea typeface="Arial"/>
                <a:cs typeface="Arial"/>
              </a:defRPr>
            </a:defPPr>
          </a:lstStyle>
          <a:p xmlns:a="http://schemas.openxmlformats.org/drawingml/2006/main">
            <a:pPr algn="l">
              <a:defRPr sz="1350" b="0">
                <a:solidFill>
                  <a:srgbClr val="576673"/>
                </a:solidFill>
                <a:latin typeface="Arial"/>
                <a:ea typeface="Arial"/>
                <a:cs typeface="Arial"/>
              </a:defRPr>
            </a:pPr>
            <a:r>
              <a:rPr sz="1350" b="0">
                <a:solidFill>
                  <a:srgbClr val="576673"/>
                </a:solidFill>
                <a:latin typeface="Arial"/>
                <a:ea typeface="Arial"/>
                <a:cs typeface="Arial"/>
              </a:rPr>
              <a:t>4 / 9</a:t>
            </a:r>
          </a:p>
        </p:txBody>
      </p:sp>
    </p:spTree>
    <p:extLst>
      <p:ext uri="{BB962C8B-B14F-4D97-AF65-F5344CB8AC3E}">
        <p14:creationId xmlns:p14="http://schemas.microsoft.com/office/powerpoint/2010/main" val="157419428"/>
      </p:ext>
    </p:extLst>
  </p:cSld>
</p:sld>
</file>

<file path=ppt/slides/slide5.xml><?xml version="1.0" encoding="utf-8"?>
<p:sld xmlns:p="http://schemas.openxmlformats.org/presentationml/2006/main">
  <p:cSld>
    <p:bg>
      <p:bgPr>
        <a:solidFill xmlns:a="http://schemas.openxmlformats.org/drawingml/2006/main">
          <a:srgbClr val="F7F9FA"/>
        </a:solidFill>
      </p:bgPr>
    </p:bg>
    <p:spTree>
      <p:nvGrpSpPr>
        <p:cNvPr id="1" name=""/>
        <p:cNvGrpSpPr/>
        <p:nvPr/>
      </p:nvGrpSpPr>
      <p:grpSpPr>
        <a:xfrm xmlns:a="http://schemas.openxmlformats.org/drawingml/2006/main"/>
      </p:grpSpPr>
      <p:sp>
        <p:nvSpPr>
          <p:cNvPr id="5" name="text-0">
            <a:extLst xmlns:a="http://schemas.openxmlformats.org/drawingml/2006/main">
              <a:ext uri="{FF2B5EF4-FFF2-40B4-BE49-F238E27FC236}">
                <a16:creationId xmlns:a16="http://schemas.microsoft.com/office/drawing/2014/main" id="{9A7D403C-0A07-459F-9C22-0637EE275862}"/>
              </a:ext>
            </a:extLst>
          </p:cNvPr>
          <p:cNvSpPr>
            <a:spLocks xmlns:a="http://schemas.openxmlformats.org/drawingml/2006/main" noGrp="1"/>
          </p:cNvSpPr>
          <p:nvPr/>
        </p:nvSpPr>
        <p:spPr>
          <a:xfrm xmlns:a="http://schemas.openxmlformats.org/drawingml/2006/main">
            <a:off x="685800" y="5334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3375" b="1">
                <a:solidFill>
                  <a:srgbClr val="132F43"/>
                </a:solidFill>
                <a:latin typeface="Arial"/>
                <a:ea typeface="Arial"/>
                <a:cs typeface="Arial"/>
              </a:defRPr>
            </a:defPPr>
          </a:lstStyle>
          <a:p xmlns:a="http://schemas.openxmlformats.org/drawingml/2006/main">
            <a:pPr algn="l">
              <a:defRPr sz="3375" b="1">
                <a:solidFill>
                  <a:srgbClr val="132F43"/>
                </a:solidFill>
                <a:latin typeface="Arial"/>
                <a:ea typeface="Arial"/>
                <a:cs typeface="Arial"/>
              </a:defRPr>
            </a:pPr>
            <a:r>
              <a:rPr sz="3375" b="1">
                <a:solidFill>
                  <a:srgbClr val="132F43"/>
                </a:solidFill>
                <a:latin typeface="Arial"/>
                <a:ea typeface="Arial"/>
                <a:cs typeface="Arial"/>
              </a:rPr>
              <a:t>Funciones principales</a:t>
            </a:r>
          </a:p>
        </p:txBody>
      </p:sp>
      <p:sp>
        <p:nvSpPr>
          <p:cNvPr id="2" name="text-1">
            <a:extLst xmlns:a="http://schemas.openxmlformats.org/drawingml/2006/main">
              <a:ext uri="{FF2B5EF4-FFF2-40B4-BE49-F238E27FC236}">
                <a16:creationId xmlns:a16="http://schemas.microsoft.com/office/drawing/2014/main" id="{D618217B-EC20-465C-9E65-C4CC4D4A1B20}"/>
              </a:ext>
            </a:extLst>
          </p:cNvPr>
          <p:cNvSpPr>
            <a:spLocks xmlns:a="http://schemas.openxmlformats.org/drawingml/2006/main" noGrp="1"/>
          </p:cNvSpPr>
          <p:nvPr/>
        </p:nvSpPr>
        <p:spPr>
          <a:xfrm xmlns:a="http://schemas.openxmlformats.org/drawingml/2006/main">
            <a:off x="685800" y="1809750"/>
            <a:ext cx="3638550" cy="3448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175" b="0">
                <a:solidFill>
                  <a:srgbClr val="132F43"/>
                </a:solidFill>
                <a:latin typeface="Arial"/>
                <a:ea typeface="Arial"/>
                <a:cs typeface="Arial"/>
              </a:defRPr>
            </a:defPPr>
          </a:lstStyle>
          <a:p xmlns:a="http://schemas.openxmlformats.org/drawingml/2006/main">
            <a:pPr algn="l">
              <a:defRPr sz="2175" b="0">
                <a:solidFill>
                  <a:srgbClr val="132F43"/>
                </a:solidFill>
                <a:latin typeface="Arial"/>
                <a:ea typeface="Arial"/>
                <a:cs typeface="Arial"/>
              </a:defRPr>
            </a:pPr>
            <a:r>
              <a:rPr sz="2175" b="0">
                <a:solidFill>
                  <a:srgbClr val="132F43"/>
                </a:solidFill>
                <a:latin typeface="Arial"/>
                <a:ea typeface="Arial"/>
                <a:cs typeface="Arial"/>
              </a:rPr>
              <a:t>Clientes y tiendas</a:t>
            </a:r>
          </a:p>
          <a:p xmlns:a="http://schemas.openxmlformats.org/drawingml/2006/main">
            <a:pPr algn="l">
              <a:defRPr sz="2175" b="0">
                <a:solidFill>
                  <a:srgbClr val="132F43"/>
                </a:solidFill>
                <a:latin typeface="Arial"/>
                <a:ea typeface="Arial"/>
                <a:cs typeface="Arial"/>
              </a:defRPr>
            </a:pPr>
            <a:r>
              <a:rPr sz="2175" b="0">
                <a:solidFill>
                  <a:srgbClr val="132F43"/>
                </a:solidFill>
                <a:latin typeface="Arial"/>
                <a:ea typeface="Arial"/>
                <a:cs typeface="Arial"/>
              </a:rPr>
              <a:t>Facturas y puntos</a:t>
            </a:r>
          </a:p>
          <a:p xmlns:a="http://schemas.openxmlformats.org/drawingml/2006/main">
            <a:pPr algn="l">
              <a:defRPr sz="2175" b="0">
                <a:solidFill>
                  <a:srgbClr val="132F43"/>
                </a:solidFill>
                <a:latin typeface="Arial"/>
                <a:ea typeface="Arial"/>
                <a:cs typeface="Arial"/>
              </a:defRPr>
            </a:pPr>
            <a:r>
              <a:rPr sz="2175" b="0">
                <a:solidFill>
                  <a:srgbClr val="132F43"/>
                </a:solidFill>
                <a:latin typeface="Arial"/>
                <a:ea typeface="Arial"/>
                <a:cs typeface="Arial"/>
              </a:rPr>
              <a:t>Productos canjeables</a:t>
            </a:r>
          </a:p>
          <a:p xmlns:a="http://schemas.openxmlformats.org/drawingml/2006/main">
            <a:pPr algn="l">
              <a:defRPr sz="2175" b="0">
                <a:solidFill>
                  <a:srgbClr val="132F43"/>
                </a:solidFill>
                <a:latin typeface="Arial"/>
                <a:ea typeface="Arial"/>
                <a:cs typeface="Arial"/>
              </a:defRPr>
            </a:pPr>
            <a:r>
              <a:rPr sz="2175" b="0">
                <a:solidFill>
                  <a:srgbClr val="132F43"/>
                </a:solidFill>
                <a:latin typeface="Arial"/>
                <a:ea typeface="Arial"/>
                <a:cs typeface="Arial"/>
              </a:rPr>
              <a:t>Permisos y auditoría</a:t>
            </a:r>
          </a:p>
        </p:txBody>
      </p:sp>
      <p:pic>
        <p:nvPicPr>
          <p:cNvPr id="3" name="">
            <a:extLst xmlns:a="http://schemas.openxmlformats.org/drawingml/2006/main">
              <a:ext uri="{FF2B5EF4-FFF2-40B4-BE49-F238E27FC236}">
                <a16:creationId xmlns:a16="http://schemas.microsoft.com/office/drawing/2014/main" id="{36661CB2-7D7D-421A-945E-EFC99BB6BD20}"/>
              </a:ext>
            </a:extLst>
          </p:cNvPr>
          <p:cNvPicPr>
            <a:picLocks xmlns:a="http://schemas.openxmlformats.org/drawingml/2006/main" noChangeAspect="1"/>
          </p:cNvPicPr>
          <p:nvPr/>
        </p:nvPicPr>
        <p:blipFill>
          <a:blip xmlns:r="http://schemas.openxmlformats.org/officeDocument/2006/relationships" xmlns:a="http://schemas.openxmlformats.org/drawingml/2006/main" r:embed="R1411015e3f854560"/>
          <a:stretch xmlns:a="http://schemas.openxmlformats.org/drawingml/2006/main"/>
        </p:blipFill>
        <p:spPr>
          <a:xfrm xmlns:a="http://schemas.openxmlformats.org/drawingml/2006/main">
            <a:off x="5601309" y="1743075"/>
            <a:ext cx="4923207" cy="3952875"/>
          </a:xfrm>
          <a:prstGeom xmlns:a="http://schemas.openxmlformats.org/drawingml/2006/main" prst="rect">
            <a:avLst/>
          </a:prstGeom>
        </p:spPr>
      </p:pic>
      <p:sp>
        <p:nvSpPr>
          <p:cNvPr id="4" name="text-2">
            <a:extLst xmlns:a="http://schemas.openxmlformats.org/drawingml/2006/main">
              <a:ext uri="{FF2B5EF4-FFF2-40B4-BE49-F238E27FC236}">
                <a16:creationId xmlns:a16="http://schemas.microsoft.com/office/drawing/2014/main" id="{B6D92C60-E83D-43C3-9639-2C08E269C13E}"/>
              </a:ext>
            </a:extLst>
          </p:cNvPr>
          <p:cNvSpPr>
            <a:spLocks xmlns:a="http://schemas.openxmlformats.org/drawingml/2006/main" noGrp="1"/>
          </p:cNvSpPr>
          <p:nvPr/>
        </p:nvSpPr>
        <p:spPr>
          <a:xfrm xmlns:a="http://schemas.openxmlformats.org/drawingml/2006/main">
            <a:off x="11068050" y="6419850"/>
            <a:ext cx="7143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350" b="0">
                <a:solidFill>
                  <a:srgbClr val="576673"/>
                </a:solidFill>
                <a:latin typeface="Arial"/>
                <a:ea typeface="Arial"/>
                <a:cs typeface="Arial"/>
              </a:defRPr>
            </a:defPPr>
          </a:lstStyle>
          <a:p xmlns:a="http://schemas.openxmlformats.org/drawingml/2006/main">
            <a:pPr algn="l">
              <a:defRPr sz="1350" b="0">
                <a:solidFill>
                  <a:srgbClr val="576673"/>
                </a:solidFill>
                <a:latin typeface="Arial"/>
                <a:ea typeface="Arial"/>
                <a:cs typeface="Arial"/>
              </a:defRPr>
            </a:pPr>
            <a:r>
              <a:rPr sz="1350" b="0">
                <a:solidFill>
                  <a:srgbClr val="576673"/>
                </a:solidFill>
                <a:latin typeface="Arial"/>
                <a:ea typeface="Arial"/>
                <a:cs typeface="Arial"/>
              </a:rPr>
              <a:t>5 / 9</a:t>
            </a:r>
          </a:p>
        </p:txBody>
      </p:sp>
    </p:spTree>
    <p:extLst>
      <p:ext uri="{BB962C8B-B14F-4D97-AF65-F5344CB8AC3E}">
        <p14:creationId xmlns:p14="http://schemas.microsoft.com/office/powerpoint/2010/main" val="1385049125"/>
      </p:ext>
    </p:extLst>
  </p:cSld>
</p:sld>
</file>

<file path=ppt/slides/slide6.xml><?xml version="1.0" encoding="utf-8"?>
<p:sld xmlns:p="http://schemas.openxmlformats.org/presentationml/2006/main">
  <p:cSld>
    <p:bg>
      <p:bgPr>
        <a:solidFill xmlns:a="http://schemas.openxmlformats.org/drawingml/2006/main">
          <a:srgbClr val="F7F9FA"/>
        </a:solidFill>
      </p:bgPr>
    </p:bg>
    <p:spTree>
      <p:nvGrpSpPr>
        <p:cNvPr id="1" name=""/>
        <p:cNvGrpSpPr/>
        <p:nvPr/>
      </p:nvGrpSpPr>
      <p:grpSpPr>
        <a:xfrm xmlns:a="http://schemas.openxmlformats.org/drawingml/2006/main"/>
      </p:grpSpPr>
      <p:sp>
        <p:nvSpPr>
          <p:cNvPr id="7" name="text-0">
            <a:extLst xmlns:a="http://schemas.openxmlformats.org/drawingml/2006/main">
              <a:ext uri="{FF2B5EF4-FFF2-40B4-BE49-F238E27FC236}">
                <a16:creationId xmlns:a16="http://schemas.microsoft.com/office/drawing/2014/main" id="{8DD34C02-2007-4997-941C-276C3630A5BC}"/>
              </a:ext>
            </a:extLst>
          </p:cNvPr>
          <p:cNvSpPr>
            <a:spLocks xmlns:a="http://schemas.openxmlformats.org/drawingml/2006/main" noGrp="1"/>
          </p:cNvSpPr>
          <p:nvPr/>
        </p:nvSpPr>
        <p:spPr>
          <a:xfrm xmlns:a="http://schemas.openxmlformats.org/drawingml/2006/main">
            <a:off x="685800" y="5334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3375" b="1">
                <a:solidFill>
                  <a:srgbClr val="132F43"/>
                </a:solidFill>
                <a:latin typeface="Arial"/>
                <a:ea typeface="Arial"/>
                <a:cs typeface="Arial"/>
              </a:defRPr>
            </a:defPPr>
          </a:lstStyle>
          <a:p xmlns:a="http://schemas.openxmlformats.org/drawingml/2006/main">
            <a:pPr algn="l">
              <a:defRPr sz="3375" b="1">
                <a:solidFill>
                  <a:srgbClr val="132F43"/>
                </a:solidFill>
                <a:latin typeface="Arial"/>
                <a:ea typeface="Arial"/>
                <a:cs typeface="Arial"/>
              </a:defRPr>
            </a:pPr>
            <a:r>
              <a:rPr sz="3375" b="1">
                <a:solidFill>
                  <a:srgbClr val="132F43"/>
                </a:solidFill>
                <a:latin typeface="Arial"/>
                <a:ea typeface="Arial"/>
                <a:cs typeface="Arial"/>
              </a:rPr>
              <a:t>Demostración de compra y canje</a:t>
            </a:r>
          </a:p>
        </p:txBody>
      </p:sp>
      <p:sp>
        <p:nvSpPr>
          <p:cNvPr id="2" name="text-1">
            <a:extLst xmlns:a="http://schemas.openxmlformats.org/drawingml/2006/main">
              <a:ext uri="{FF2B5EF4-FFF2-40B4-BE49-F238E27FC236}">
                <a16:creationId xmlns:a16="http://schemas.microsoft.com/office/drawing/2014/main" id="{6B06791A-08AE-4123-9F90-1464E9032BA7}"/>
              </a:ext>
            </a:extLst>
          </p:cNvPr>
          <p:cNvSpPr>
            <a:spLocks xmlns:a="http://schemas.openxmlformats.org/drawingml/2006/main" noGrp="1"/>
          </p:cNvSpPr>
          <p:nvPr/>
        </p:nvSpPr>
        <p:spPr>
          <a:xfrm xmlns:a="http://schemas.openxmlformats.org/drawingml/2006/main">
            <a:off x="723900" y="1857375"/>
            <a:ext cx="59055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6525" b="1">
                <a:solidFill>
                  <a:srgbClr val="132F43"/>
                </a:solidFill>
                <a:latin typeface="Arial"/>
                <a:ea typeface="Arial"/>
                <a:cs typeface="Arial"/>
              </a:defRPr>
            </a:defPPr>
          </a:lstStyle>
          <a:p xmlns:a="http://schemas.openxmlformats.org/drawingml/2006/main">
            <a:pPr algn="l">
              <a:defRPr sz="6525" b="1">
                <a:solidFill>
                  <a:srgbClr val="132F43"/>
                </a:solidFill>
                <a:latin typeface="Arial"/>
                <a:ea typeface="Arial"/>
                <a:cs typeface="Arial"/>
              </a:defRPr>
            </a:pPr>
            <a:r>
              <a:rPr sz="6525" b="1">
                <a:solidFill>
                  <a:srgbClr val="132F43"/>
                </a:solidFill>
                <a:latin typeface="Arial"/>
                <a:ea typeface="Arial"/>
                <a:cs typeface="Arial"/>
              </a:rPr>
              <a:t>Q500</a:t>
            </a:r>
          </a:p>
        </p:txBody>
      </p:sp>
      <p:sp>
        <p:nvSpPr>
          <p:cNvPr id="3" name="text-2">
            <a:extLst xmlns:a="http://schemas.openxmlformats.org/drawingml/2006/main">
              <a:ext uri="{FF2B5EF4-FFF2-40B4-BE49-F238E27FC236}">
                <a16:creationId xmlns:a16="http://schemas.microsoft.com/office/drawing/2014/main" id="{A4A62D59-58BD-46EF-B9E6-E8CB32D1EC69}"/>
              </a:ext>
            </a:extLst>
          </p:cNvPr>
          <p:cNvSpPr>
            <a:spLocks xmlns:a="http://schemas.openxmlformats.org/drawingml/2006/main" noGrp="1"/>
          </p:cNvSpPr>
          <p:nvPr/>
        </p:nvSpPr>
        <p:spPr>
          <a:xfrm xmlns:a="http://schemas.openxmlformats.org/drawingml/2006/main">
            <a:off x="781050" y="3133725"/>
            <a:ext cx="6381750" cy="194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625" b="0">
                <a:solidFill>
                  <a:srgbClr val="132F43"/>
                </a:solidFill>
                <a:latin typeface="Arial"/>
                <a:ea typeface="Arial"/>
                <a:cs typeface="Arial"/>
              </a:defRPr>
            </a:defPPr>
          </a:lstStyle>
          <a:p xmlns:a="http://schemas.openxmlformats.org/drawingml/2006/main">
            <a:pPr algn="l">
              <a:defRPr sz="2625" b="0">
                <a:solidFill>
                  <a:srgbClr val="132F43"/>
                </a:solidFill>
                <a:latin typeface="Arial"/>
                <a:ea typeface="Arial"/>
                <a:cs typeface="Arial"/>
              </a:defRPr>
            </a:pPr>
            <a:r>
              <a:rPr sz="2625" b="0">
                <a:solidFill>
                  <a:srgbClr val="132F43"/>
                </a:solidFill>
                <a:latin typeface="Arial"/>
                <a:ea typeface="Arial"/>
                <a:cs typeface="Arial"/>
              </a:rPr>
              <a:t>500 puntos acreditados</a:t>
            </a:r>
          </a:p>
          <a:p xmlns:a="http://schemas.openxmlformats.org/drawingml/2006/main">
            <a:pPr algn="l">
              <a:defRPr sz="2625" b="0">
                <a:solidFill>
                  <a:srgbClr val="132F43"/>
                </a:solidFill>
                <a:latin typeface="Arial"/>
                <a:ea typeface="Arial"/>
                <a:cs typeface="Arial"/>
              </a:defRPr>
            </a:pPr>
            <a:r>
              <a:rPr sz="2625" b="0">
                <a:solidFill>
                  <a:srgbClr val="132F43"/>
                </a:solidFill>
                <a:latin typeface="Arial"/>
                <a:ea typeface="Arial"/>
                <a:cs typeface="Arial"/>
              </a:rPr>
              <a:t>200 puntos por el premio</a:t>
            </a:r>
          </a:p>
          <a:p xmlns:a="http://schemas.openxmlformats.org/drawingml/2006/main">
            <a:pPr algn="l">
              <a:defRPr sz="2625" b="0">
                <a:solidFill>
                  <a:srgbClr val="132F43"/>
                </a:solidFill>
                <a:latin typeface="Arial"/>
                <a:ea typeface="Arial"/>
                <a:cs typeface="Arial"/>
              </a:defRPr>
            </a:pPr>
            <a:r>
              <a:rPr sz="2625" b="0">
                <a:solidFill>
                  <a:srgbClr val="132F43"/>
                </a:solidFill>
                <a:latin typeface="Arial"/>
                <a:ea typeface="Arial"/>
                <a:cs typeface="Arial"/>
              </a:rPr>
              <a:t>300 puntos disponibles</a:t>
            </a:r>
          </a:p>
        </p:txBody>
      </p:sp>
      <p:pic>
        <p:nvPicPr>
          <p:cNvPr id="4" name="">
            <a:extLst xmlns:a="http://schemas.openxmlformats.org/drawingml/2006/main">
              <a:ext uri="{FF2B5EF4-FFF2-40B4-BE49-F238E27FC236}">
                <a16:creationId xmlns:a16="http://schemas.microsoft.com/office/drawing/2014/main" id="{BBB2EE1A-1707-4595-8AB1-FFB6C7EF3B77}"/>
              </a:ext>
            </a:extLst>
          </p:cNvPr>
          <p:cNvPicPr>
            <a:picLocks xmlns:a="http://schemas.openxmlformats.org/drawingml/2006/main" noChangeAspect="1"/>
          </p:cNvPicPr>
          <p:nvPr/>
        </p:nvPicPr>
        <p:blipFill>
          <a:blip xmlns:r="http://schemas.openxmlformats.org/officeDocument/2006/relationships" xmlns:a="http://schemas.openxmlformats.org/drawingml/2006/main" r:embed="R19e217a678404529"/>
          <a:srcRect xmlns:a="http://schemas.openxmlformats.org/drawingml/2006/main" l="32824" t="0" r="32824" b="0"/>
          <a:stretch xmlns:a="http://schemas.openxmlformats.org/drawingml/2006/main">
            <a:fillRect l="0" t="0" r="0" b="0"/>
          </a:stretch>
        </p:blipFill>
        <p:spPr>
          <a:xfrm xmlns:a="http://schemas.openxmlformats.org/drawingml/2006/main">
            <a:off x="8143875" y="1381125"/>
            <a:ext cx="3048000" cy="4991100"/>
          </a:xfrm>
          <a:prstGeom xmlns:a="http://schemas.openxmlformats.org/drawingml/2006/main" prst="rect">
            <a:avLst/>
          </a:prstGeom>
        </p:spPr>
      </p:pic>
      <p:sp>
        <p:nvSpPr>
          <p:cNvPr id="5" name="text-3">
            <a:extLst xmlns:a="http://schemas.openxmlformats.org/drawingml/2006/main">
              <a:ext uri="{FF2B5EF4-FFF2-40B4-BE49-F238E27FC236}">
                <a16:creationId xmlns:a16="http://schemas.microsoft.com/office/drawing/2014/main" id="{50B0D02E-EA77-4429-A8F3-82EC219A123E}"/>
              </a:ext>
            </a:extLst>
          </p:cNvPr>
          <p:cNvSpPr>
            <a:spLocks xmlns:a="http://schemas.openxmlformats.org/drawingml/2006/main" noGrp="1"/>
          </p:cNvSpPr>
          <p:nvPr/>
        </p:nvSpPr>
        <p:spPr>
          <a:xfrm xmlns:a="http://schemas.openxmlformats.org/drawingml/2006/main">
            <a:off x="762000" y="5715000"/>
            <a:ext cx="685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650" b="0">
                <a:solidFill>
                  <a:srgbClr val="576673"/>
                </a:solidFill>
                <a:latin typeface="Arial"/>
                <a:ea typeface="Arial"/>
                <a:cs typeface="Arial"/>
              </a:defRPr>
            </a:defPPr>
          </a:lstStyle>
          <a:p xmlns:a="http://schemas.openxmlformats.org/drawingml/2006/main">
            <a:pPr algn="l">
              <a:defRPr sz="1650" b="0">
                <a:solidFill>
                  <a:srgbClr val="576673"/>
                </a:solidFill>
                <a:latin typeface="Arial"/>
                <a:ea typeface="Arial"/>
                <a:cs typeface="Arial"/>
              </a:defRPr>
            </a:pPr>
            <a:r>
              <a:rPr sz="1650" b="0">
                <a:solidFill>
                  <a:srgbClr val="576673"/>
                </a:solidFill>
                <a:latin typeface="Arial"/>
                <a:ea typeface="Arial"/>
                <a:cs typeface="Arial"/>
              </a:rPr>
              <a:t>Escenario de demostración con registros reales del sistema</a:t>
            </a:r>
          </a:p>
        </p:txBody>
      </p:sp>
      <p:sp>
        <p:nvSpPr>
          <p:cNvPr id="6" name="text-4">
            <a:extLst xmlns:a="http://schemas.openxmlformats.org/drawingml/2006/main">
              <a:ext uri="{FF2B5EF4-FFF2-40B4-BE49-F238E27FC236}">
                <a16:creationId xmlns:a16="http://schemas.microsoft.com/office/drawing/2014/main" id="{7926473F-2D38-4B19-9B9D-6B3D905C6DD8}"/>
              </a:ext>
            </a:extLst>
          </p:cNvPr>
          <p:cNvSpPr>
            <a:spLocks xmlns:a="http://schemas.openxmlformats.org/drawingml/2006/main" noGrp="1"/>
          </p:cNvSpPr>
          <p:nvPr/>
        </p:nvSpPr>
        <p:spPr>
          <a:xfrm xmlns:a="http://schemas.openxmlformats.org/drawingml/2006/main">
            <a:off x="11068050" y="6419850"/>
            <a:ext cx="7143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350" b="0">
                <a:solidFill>
                  <a:srgbClr val="576673"/>
                </a:solidFill>
                <a:latin typeface="Arial"/>
                <a:ea typeface="Arial"/>
                <a:cs typeface="Arial"/>
              </a:defRPr>
            </a:defPPr>
          </a:lstStyle>
          <a:p xmlns:a="http://schemas.openxmlformats.org/drawingml/2006/main">
            <a:pPr algn="l">
              <a:defRPr sz="1350" b="0">
                <a:solidFill>
                  <a:srgbClr val="576673"/>
                </a:solidFill>
                <a:latin typeface="Arial"/>
                <a:ea typeface="Arial"/>
                <a:cs typeface="Arial"/>
              </a:defRPr>
            </a:pPr>
            <a:r>
              <a:rPr sz="1350" b="0">
                <a:solidFill>
                  <a:srgbClr val="576673"/>
                </a:solidFill>
                <a:latin typeface="Arial"/>
                <a:ea typeface="Arial"/>
                <a:cs typeface="Arial"/>
              </a:rPr>
              <a:t>6 / 9</a:t>
            </a:r>
          </a:p>
        </p:txBody>
      </p:sp>
    </p:spTree>
    <p:extLst>
      <p:ext uri="{BB962C8B-B14F-4D97-AF65-F5344CB8AC3E}">
        <p14:creationId xmlns:p14="http://schemas.microsoft.com/office/powerpoint/2010/main" val="1556307981"/>
      </p:ext>
    </p:extLst>
  </p:cSld>
</p:sld>
</file>

<file path=ppt/slides/slide7.xml><?xml version="1.0" encoding="utf-8"?>
<p:sld xmlns:p="http://schemas.openxmlformats.org/presentationml/2006/main">
  <p:cSld>
    <p:bg>
      <p:bgPr>
        <a:solidFill xmlns:a="http://schemas.openxmlformats.org/drawingml/2006/main">
          <a:srgbClr val="F7F9FA"/>
        </a:solidFill>
      </p:bgPr>
    </p:bg>
    <p:spTree>
      <p:nvGrpSpPr>
        <p:cNvPr id="1" name=""/>
        <p:cNvGrpSpPr/>
        <p:nvPr/>
      </p:nvGrpSpPr>
      <p:grpSpPr>
        <a:xfrm xmlns:a="http://schemas.openxmlformats.org/drawingml/2006/main"/>
      </p:grpSpPr>
      <p:sp>
        <p:nvSpPr>
          <p:cNvPr id="5" name="text-0">
            <a:extLst xmlns:a="http://schemas.openxmlformats.org/drawingml/2006/main">
              <a:ext uri="{FF2B5EF4-FFF2-40B4-BE49-F238E27FC236}">
                <a16:creationId xmlns:a16="http://schemas.microsoft.com/office/drawing/2014/main" id="{FA6A5D28-D384-4EF4-9BA6-617D01ADB074}"/>
              </a:ext>
            </a:extLst>
          </p:cNvPr>
          <p:cNvSpPr>
            <a:spLocks xmlns:a="http://schemas.openxmlformats.org/drawingml/2006/main" noGrp="1"/>
          </p:cNvSpPr>
          <p:nvPr/>
        </p:nvSpPr>
        <p:spPr>
          <a:xfrm xmlns:a="http://schemas.openxmlformats.org/drawingml/2006/main">
            <a:off x="685800" y="5334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3375" b="1">
                <a:solidFill>
                  <a:srgbClr val="132F43"/>
                </a:solidFill>
                <a:latin typeface="Arial"/>
                <a:ea typeface="Arial"/>
                <a:cs typeface="Arial"/>
              </a:defRPr>
            </a:defPPr>
          </a:lstStyle>
          <a:p xmlns:a="http://schemas.openxmlformats.org/drawingml/2006/main">
            <a:pPr algn="l">
              <a:defRPr sz="3375" b="1">
                <a:solidFill>
                  <a:srgbClr val="132F43"/>
                </a:solidFill>
                <a:latin typeface="Arial"/>
                <a:ea typeface="Arial"/>
                <a:cs typeface="Arial"/>
              </a:defRPr>
            </a:pPr>
            <a:r>
              <a:rPr sz="3375" b="1">
                <a:solidFill>
                  <a:srgbClr val="132F43"/>
                </a:solidFill>
                <a:latin typeface="Arial"/>
                <a:ea typeface="Arial"/>
                <a:cs typeface="Arial"/>
              </a:rPr>
              <a:t>Controles de seguridad comprobados</a:t>
            </a:r>
          </a:p>
        </p:txBody>
      </p:sp>
      <p:sp>
        <p:nvSpPr>
          <p:cNvPr id="2" name="text-1">
            <a:extLst xmlns:a="http://schemas.openxmlformats.org/drawingml/2006/main">
              <a:ext uri="{FF2B5EF4-FFF2-40B4-BE49-F238E27FC236}">
                <a16:creationId xmlns:a16="http://schemas.microsoft.com/office/drawing/2014/main" id="{72994E5B-6C5B-4012-8198-99CF075C10D2}"/>
              </a:ext>
            </a:extLst>
          </p:cNvPr>
          <p:cNvSpPr>
            <a:spLocks xmlns:a="http://schemas.openxmlformats.org/drawingml/2006/main" noGrp="1"/>
          </p:cNvSpPr>
          <p:nvPr/>
        </p:nvSpPr>
        <p:spPr>
          <a:xfrm xmlns:a="http://schemas.openxmlformats.org/drawingml/2006/main">
            <a:off x="685800" y="1809750"/>
            <a:ext cx="3638550" cy="3448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175" b="0">
                <a:solidFill>
                  <a:srgbClr val="132F43"/>
                </a:solidFill>
                <a:latin typeface="Arial"/>
                <a:ea typeface="Arial"/>
                <a:cs typeface="Arial"/>
              </a:defRPr>
            </a:defPPr>
          </a:lstStyle>
          <a:p xmlns:a="http://schemas.openxmlformats.org/drawingml/2006/main">
            <a:pPr algn="l">
              <a:defRPr sz="2175" b="0">
                <a:solidFill>
                  <a:srgbClr val="132F43"/>
                </a:solidFill>
                <a:latin typeface="Arial"/>
                <a:ea typeface="Arial"/>
                <a:cs typeface="Arial"/>
              </a:defRPr>
            </a:pPr>
            <a:r>
              <a:rPr sz="2175" b="0">
                <a:solidFill>
                  <a:srgbClr val="132F43"/>
                </a:solidFill>
                <a:latin typeface="Arial"/>
                <a:ea typeface="Arial"/>
                <a:cs typeface="Arial"/>
              </a:rPr>
              <a:t>Contraseñas con Argon2</a:t>
            </a:r>
          </a:p>
          <a:p xmlns:a="http://schemas.openxmlformats.org/drawingml/2006/main">
            <a:pPr algn="l">
              <a:defRPr sz="2175" b="0">
                <a:solidFill>
                  <a:srgbClr val="132F43"/>
                </a:solidFill>
                <a:latin typeface="Arial"/>
                <a:ea typeface="Arial"/>
                <a:cs typeface="Arial"/>
              </a:defRPr>
            </a:pPr>
            <a:r>
              <a:rPr sz="2175" b="0">
                <a:solidFill>
                  <a:srgbClr val="132F43"/>
                </a:solidFill>
                <a:latin typeface="Arial"/>
                <a:ea typeface="Arial"/>
                <a:cs typeface="Arial"/>
              </a:rPr>
              <a:t>Sesiones revocables y cookies HttpOnly</a:t>
            </a:r>
          </a:p>
          <a:p xmlns:a="http://schemas.openxmlformats.org/drawingml/2006/main">
            <a:pPr algn="l">
              <a:defRPr sz="2175" b="0">
                <a:solidFill>
                  <a:srgbClr val="132F43"/>
                </a:solidFill>
                <a:latin typeface="Arial"/>
                <a:ea typeface="Arial"/>
                <a:cs typeface="Arial"/>
              </a:defRPr>
            </a:pPr>
            <a:r>
              <a:rPr sz="2175" b="0">
                <a:solidFill>
                  <a:srgbClr val="132F43"/>
                </a:solidFill>
                <a:latin typeface="Arial"/>
                <a:ea typeface="Arial"/>
                <a:cs typeface="Arial"/>
              </a:rPr>
              <a:t>Permisos y tienda asignada</a:t>
            </a:r>
          </a:p>
          <a:p xmlns:a="http://schemas.openxmlformats.org/drawingml/2006/main">
            <a:pPr algn="l">
              <a:defRPr sz="2175" b="0">
                <a:solidFill>
                  <a:srgbClr val="132F43"/>
                </a:solidFill>
                <a:latin typeface="Arial"/>
                <a:ea typeface="Arial"/>
                <a:cs typeface="Arial"/>
              </a:defRPr>
            </a:pPr>
            <a:r>
              <a:rPr sz="2175" b="0">
                <a:solidFill>
                  <a:srgbClr val="132F43"/>
                </a:solidFill>
                <a:latin typeface="Arial"/>
                <a:ea typeface="Arial"/>
                <a:cs typeface="Arial"/>
              </a:rPr>
              <a:t>CSRF y datos validados</a:t>
            </a:r>
          </a:p>
        </p:txBody>
      </p:sp>
      <p:pic>
        <p:nvPicPr>
          <p:cNvPr id="3" name="">
            <a:extLst xmlns:a="http://schemas.openxmlformats.org/drawingml/2006/main">
              <a:ext uri="{FF2B5EF4-FFF2-40B4-BE49-F238E27FC236}">
                <a16:creationId xmlns:a16="http://schemas.microsoft.com/office/drawing/2014/main" id="{7573AC61-EDC4-4064-8BC7-AC8344BC1D7F}"/>
              </a:ext>
            </a:extLst>
          </p:cNvPr>
          <p:cNvPicPr>
            <a:picLocks xmlns:a="http://schemas.openxmlformats.org/drawingml/2006/main" noChangeAspect="1"/>
          </p:cNvPicPr>
          <p:nvPr/>
        </p:nvPicPr>
        <p:blipFill>
          <a:blip xmlns:r="http://schemas.openxmlformats.org/officeDocument/2006/relationships" xmlns:a="http://schemas.openxmlformats.org/drawingml/2006/main" r:embed="R937da578dd3f425a"/>
          <a:stretch xmlns:a="http://schemas.openxmlformats.org/drawingml/2006/main"/>
        </p:blipFill>
        <p:spPr>
          <a:xfrm xmlns:a="http://schemas.openxmlformats.org/drawingml/2006/main">
            <a:off x="5601309" y="1743075"/>
            <a:ext cx="4923207" cy="3952875"/>
          </a:xfrm>
          <a:prstGeom xmlns:a="http://schemas.openxmlformats.org/drawingml/2006/main" prst="rect">
            <a:avLst/>
          </a:prstGeom>
        </p:spPr>
      </p:pic>
      <p:sp>
        <p:nvSpPr>
          <p:cNvPr id="4" name="text-2">
            <a:extLst xmlns:a="http://schemas.openxmlformats.org/drawingml/2006/main">
              <a:ext uri="{FF2B5EF4-FFF2-40B4-BE49-F238E27FC236}">
                <a16:creationId xmlns:a16="http://schemas.microsoft.com/office/drawing/2014/main" id="{F28C338B-BE9F-4F3C-B8C9-AAC2E2CFB288}"/>
              </a:ext>
            </a:extLst>
          </p:cNvPr>
          <p:cNvSpPr>
            <a:spLocks xmlns:a="http://schemas.openxmlformats.org/drawingml/2006/main" noGrp="1"/>
          </p:cNvSpPr>
          <p:nvPr/>
        </p:nvSpPr>
        <p:spPr>
          <a:xfrm xmlns:a="http://schemas.openxmlformats.org/drawingml/2006/main">
            <a:off x="11068050" y="6419850"/>
            <a:ext cx="7143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350" b="0">
                <a:solidFill>
                  <a:srgbClr val="576673"/>
                </a:solidFill>
                <a:latin typeface="Arial"/>
                <a:ea typeface="Arial"/>
                <a:cs typeface="Arial"/>
              </a:defRPr>
            </a:defPPr>
          </a:lstStyle>
          <a:p xmlns:a="http://schemas.openxmlformats.org/drawingml/2006/main">
            <a:pPr algn="l">
              <a:defRPr sz="1350" b="0">
                <a:solidFill>
                  <a:srgbClr val="576673"/>
                </a:solidFill>
                <a:latin typeface="Arial"/>
                <a:ea typeface="Arial"/>
                <a:cs typeface="Arial"/>
              </a:defRPr>
            </a:pPr>
            <a:r>
              <a:rPr sz="1350" b="0">
                <a:solidFill>
                  <a:srgbClr val="576673"/>
                </a:solidFill>
                <a:latin typeface="Arial"/>
                <a:ea typeface="Arial"/>
                <a:cs typeface="Arial"/>
              </a:rPr>
              <a:t>7 / 9</a:t>
            </a:r>
          </a:p>
        </p:txBody>
      </p:sp>
    </p:spTree>
    <p:extLst>
      <p:ext uri="{BB962C8B-B14F-4D97-AF65-F5344CB8AC3E}">
        <p14:creationId xmlns:p14="http://schemas.microsoft.com/office/powerpoint/2010/main" val="1221299852"/>
      </p:ext>
    </p:extLst>
  </p:cSld>
</p:sld>
</file>

<file path=ppt/slides/slide8.xml><?xml version="1.0" encoding="utf-8"?>
<p:sld xmlns:p="http://schemas.openxmlformats.org/presentationml/2006/main">
  <p:cSld>
    <p:bg>
      <p:bgPr>
        <a:solidFill xmlns:a="http://schemas.openxmlformats.org/drawingml/2006/main">
          <a:srgbClr val="102F48"/>
        </a:solidFill>
      </p:bgPr>
    </p:bg>
    <p:spTree>
      <p:nvGrpSpPr>
        <p:cNvPr id="1" name=""/>
        <p:cNvGrpSpPr/>
        <p:nvPr/>
      </p:nvGrpSpPr>
      <p:grpSpPr>
        <a:xfrm xmlns:a="http://schemas.openxmlformats.org/drawingml/2006/main"/>
      </p:grpSpPr>
      <p:sp>
        <p:nvSpPr>
          <p:cNvPr id="11" name="text-0">
            <a:extLst xmlns:a="http://schemas.openxmlformats.org/drawingml/2006/main">
              <a:ext uri="{FF2B5EF4-FFF2-40B4-BE49-F238E27FC236}">
                <a16:creationId xmlns:a16="http://schemas.microsoft.com/office/drawing/2014/main" id="{FE1BE288-E9AF-49EA-9A19-2A980CC752F0}"/>
              </a:ext>
            </a:extLst>
          </p:cNvPr>
          <p:cNvSpPr>
            <a:spLocks xmlns:a="http://schemas.openxmlformats.org/drawingml/2006/main" noGrp="1"/>
          </p:cNvSpPr>
          <p:nvPr/>
        </p:nvSpPr>
        <p:spPr>
          <a:xfrm xmlns:a="http://schemas.openxmlformats.org/drawingml/2006/main">
            <a:off x="685800" y="5334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3375" b="1">
                <a:solidFill>
                  <a:srgbClr val="FFFFFF"/>
                </a:solidFill>
                <a:latin typeface="Arial"/>
                <a:ea typeface="Arial"/>
                <a:cs typeface="Arial"/>
              </a:defRPr>
            </a:defPPr>
          </a:lstStyle>
          <a:p xmlns:a="http://schemas.openxmlformats.org/drawingml/2006/main">
            <a:pPr algn="l">
              <a:defRPr sz="3375" b="1">
                <a:solidFill>
                  <a:srgbClr val="FFFFFF"/>
                </a:solidFill>
                <a:latin typeface="Arial"/>
                <a:ea typeface="Arial"/>
                <a:cs typeface="Arial"/>
              </a:defRPr>
            </a:pPr>
            <a:r>
              <a:rPr sz="3375" b="1">
                <a:solidFill>
                  <a:srgbClr val="FFFFFF"/>
                </a:solidFill>
                <a:latin typeface="Arial"/>
                <a:ea typeface="Arial"/>
                <a:cs typeface="Arial"/>
              </a:rPr>
              <a:t>Resultados y pendientes de producción</a:t>
            </a:r>
          </a:p>
        </p:txBody>
      </p:sp>
      <p:sp>
        <p:nvSpPr>
          <p:cNvPr id="2" name="text-1">
            <a:extLst xmlns:a="http://schemas.openxmlformats.org/drawingml/2006/main">
              <a:ext uri="{FF2B5EF4-FFF2-40B4-BE49-F238E27FC236}">
                <a16:creationId xmlns:a16="http://schemas.microsoft.com/office/drawing/2014/main" id="{AED15567-0BFA-486C-A763-D24491B387DB}"/>
              </a:ext>
            </a:extLst>
          </p:cNvPr>
          <p:cNvSpPr>
            <a:spLocks xmlns:a="http://schemas.openxmlformats.org/drawingml/2006/main" noGrp="1"/>
          </p:cNvSpPr>
          <p:nvPr/>
        </p:nvSpPr>
        <p:spPr>
          <a:xfrm xmlns:a="http://schemas.openxmlformats.org/drawingml/2006/main">
            <a:off x="704850" y="1952625"/>
            <a:ext cx="233362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6300" b="1">
                <a:solidFill>
                  <a:srgbClr val="73E4D2"/>
                </a:solidFill>
                <a:latin typeface="Arial"/>
                <a:ea typeface="Arial"/>
                <a:cs typeface="Arial"/>
              </a:defRPr>
            </a:defPPr>
          </a:lstStyle>
          <a:p xmlns:a="http://schemas.openxmlformats.org/drawingml/2006/main">
            <a:pPr algn="l">
              <a:defRPr sz="6300" b="1">
                <a:solidFill>
                  <a:srgbClr val="73E4D2"/>
                </a:solidFill>
                <a:latin typeface="Arial"/>
                <a:ea typeface="Arial"/>
                <a:cs typeface="Arial"/>
              </a:defRPr>
            </a:pPr>
            <a:r>
              <a:rPr sz="6300" b="1">
                <a:solidFill>
                  <a:srgbClr val="73E4D2"/>
                </a:solidFill>
                <a:latin typeface="Arial"/>
                <a:ea typeface="Arial"/>
                <a:cs typeface="Arial"/>
              </a:rPr>
              <a:t>37</a:t>
            </a:r>
          </a:p>
        </p:txBody>
      </p:sp>
      <p:sp>
        <p:nvSpPr>
          <p:cNvPr id="3" name="text-2">
            <a:extLst xmlns:a="http://schemas.openxmlformats.org/drawingml/2006/main">
              <a:ext uri="{FF2B5EF4-FFF2-40B4-BE49-F238E27FC236}">
                <a16:creationId xmlns:a16="http://schemas.microsoft.com/office/drawing/2014/main" id="{A4DE82B6-265A-4C80-90C2-9B5F702301F9}"/>
              </a:ext>
            </a:extLst>
          </p:cNvPr>
          <p:cNvSpPr>
            <a:spLocks xmlns:a="http://schemas.openxmlformats.org/drawingml/2006/main" noGrp="1"/>
          </p:cNvSpPr>
          <p:nvPr/>
        </p:nvSpPr>
        <p:spPr>
          <a:xfrm xmlns:a="http://schemas.openxmlformats.org/drawingml/2006/main">
            <a:off x="723900" y="3105150"/>
            <a:ext cx="2857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950" b="0">
                <a:solidFill>
                  <a:srgbClr val="FFFFFF"/>
                </a:solidFill>
                <a:latin typeface="Arial"/>
                <a:ea typeface="Arial"/>
                <a:cs typeface="Arial"/>
              </a:defRPr>
            </a:defPPr>
          </a:lstStyle>
          <a:p xmlns:a="http://schemas.openxmlformats.org/drawingml/2006/main">
            <a:pPr algn="l">
              <a:defRPr sz="1950" b="0">
                <a:solidFill>
                  <a:srgbClr val="FFFFFF"/>
                </a:solidFill>
                <a:latin typeface="Arial"/>
                <a:ea typeface="Arial"/>
                <a:cs typeface="Arial"/>
              </a:defRPr>
            </a:pPr>
            <a:r>
              <a:rPr sz="1950" b="0">
                <a:solidFill>
                  <a:srgbClr val="FFFFFF"/>
                </a:solidFill>
                <a:latin typeface="Arial"/>
                <a:ea typeface="Arial"/>
                <a:cs typeface="Arial"/>
              </a:rPr>
              <a:t>verificaciones de API</a:t>
            </a:r>
          </a:p>
        </p:txBody>
      </p:sp>
      <p:sp>
        <p:nvSpPr>
          <p:cNvPr id="4" name="text-3">
            <a:extLst xmlns:a="http://schemas.openxmlformats.org/drawingml/2006/main">
              <a:ext uri="{FF2B5EF4-FFF2-40B4-BE49-F238E27FC236}">
                <a16:creationId xmlns:a16="http://schemas.microsoft.com/office/drawing/2014/main" id="{C3BE66E5-B588-4CD1-B175-E3C83228E774}"/>
              </a:ext>
            </a:extLst>
          </p:cNvPr>
          <p:cNvSpPr>
            <a:spLocks xmlns:a="http://schemas.openxmlformats.org/drawingml/2006/main" noGrp="1"/>
          </p:cNvSpPr>
          <p:nvPr/>
        </p:nvSpPr>
        <p:spPr>
          <a:xfrm xmlns:a="http://schemas.openxmlformats.org/drawingml/2006/main">
            <a:off x="4143375" y="1952625"/>
            <a:ext cx="233362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6300" b="1">
                <a:solidFill>
                  <a:srgbClr val="73E4D2"/>
                </a:solidFill>
                <a:latin typeface="Arial"/>
                <a:ea typeface="Arial"/>
                <a:cs typeface="Arial"/>
              </a:defRPr>
            </a:defPPr>
          </a:lstStyle>
          <a:p xmlns:a="http://schemas.openxmlformats.org/drawingml/2006/main">
            <a:pPr algn="l">
              <a:defRPr sz="6300" b="1">
                <a:solidFill>
                  <a:srgbClr val="73E4D2"/>
                </a:solidFill>
                <a:latin typeface="Arial"/>
                <a:ea typeface="Arial"/>
                <a:cs typeface="Arial"/>
              </a:defRPr>
            </a:pPr>
            <a:r>
              <a:rPr sz="6300" b="1">
                <a:solidFill>
                  <a:srgbClr val="73E4D2"/>
                </a:solidFill>
                <a:latin typeface="Arial"/>
                <a:ea typeface="Arial"/>
                <a:cs typeface="Arial"/>
              </a:rPr>
              <a:t>23</a:t>
            </a:r>
          </a:p>
        </p:txBody>
      </p:sp>
      <p:sp>
        <p:nvSpPr>
          <p:cNvPr id="5" name="text-4">
            <a:extLst xmlns:a="http://schemas.openxmlformats.org/drawingml/2006/main">
              <a:ext uri="{FF2B5EF4-FFF2-40B4-BE49-F238E27FC236}">
                <a16:creationId xmlns:a16="http://schemas.microsoft.com/office/drawing/2014/main" id="{442BC572-E5E2-403B-8C4A-86C551E9B0A3}"/>
              </a:ext>
            </a:extLst>
          </p:cNvPr>
          <p:cNvSpPr>
            <a:spLocks xmlns:a="http://schemas.openxmlformats.org/drawingml/2006/main" noGrp="1"/>
          </p:cNvSpPr>
          <p:nvPr/>
        </p:nvSpPr>
        <p:spPr>
          <a:xfrm xmlns:a="http://schemas.openxmlformats.org/drawingml/2006/main">
            <a:off x="4152900" y="3105150"/>
            <a:ext cx="3143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950" b="0">
                <a:solidFill>
                  <a:srgbClr val="FFFFFF"/>
                </a:solidFill>
                <a:latin typeface="Arial"/>
                <a:ea typeface="Arial"/>
                <a:cs typeface="Arial"/>
              </a:defRPr>
            </a:defPPr>
          </a:lstStyle>
          <a:p xmlns:a="http://schemas.openxmlformats.org/drawingml/2006/main">
            <a:pPr algn="l">
              <a:defRPr sz="1950" b="0">
                <a:solidFill>
                  <a:srgbClr val="FFFFFF"/>
                </a:solidFill>
                <a:latin typeface="Arial"/>
                <a:ea typeface="Arial"/>
                <a:cs typeface="Arial"/>
              </a:defRPr>
            </a:pPr>
            <a:r>
              <a:rPr sz="1950" b="0">
                <a:solidFill>
                  <a:srgbClr val="FFFFFF"/>
                </a:solidFill>
                <a:latin typeface="Arial"/>
                <a:ea typeface="Arial"/>
                <a:cs typeface="Arial"/>
              </a:rPr>
              <a:t>pruebas automatizadas</a:t>
            </a:r>
          </a:p>
        </p:txBody>
      </p:sp>
      <p:sp>
        <p:nvSpPr>
          <p:cNvPr id="6" name="text-5">
            <a:extLst xmlns:a="http://schemas.openxmlformats.org/drawingml/2006/main">
              <a:ext uri="{FF2B5EF4-FFF2-40B4-BE49-F238E27FC236}">
                <a16:creationId xmlns:a16="http://schemas.microsoft.com/office/drawing/2014/main" id="{50377D43-7FFA-49A1-86B9-D8BAD94F7CE4}"/>
              </a:ext>
            </a:extLst>
          </p:cNvPr>
          <p:cNvSpPr>
            <a:spLocks xmlns:a="http://schemas.openxmlformats.org/drawingml/2006/main" noGrp="1"/>
          </p:cNvSpPr>
          <p:nvPr/>
        </p:nvSpPr>
        <p:spPr>
          <a:xfrm xmlns:a="http://schemas.openxmlformats.org/drawingml/2006/main">
            <a:off x="7981950" y="1952625"/>
            <a:ext cx="233362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6300" b="1">
                <a:solidFill>
                  <a:srgbClr val="73E4D2"/>
                </a:solidFill>
                <a:latin typeface="Arial"/>
                <a:ea typeface="Arial"/>
                <a:cs typeface="Arial"/>
              </a:defRPr>
            </a:defPPr>
          </a:lstStyle>
          <a:p xmlns:a="http://schemas.openxmlformats.org/drawingml/2006/main">
            <a:pPr algn="l">
              <a:defRPr sz="6300" b="1">
                <a:solidFill>
                  <a:srgbClr val="73E4D2"/>
                </a:solidFill>
                <a:latin typeface="Arial"/>
                <a:ea typeface="Arial"/>
                <a:cs typeface="Arial"/>
              </a:defRPr>
            </a:pPr>
            <a:r>
              <a:rPr sz="6300" b="1">
                <a:solidFill>
                  <a:srgbClr val="73E4D2"/>
                </a:solidFill>
                <a:latin typeface="Arial"/>
                <a:ea typeface="Arial"/>
                <a:cs typeface="Arial"/>
              </a:rPr>
              <a:t>53</a:t>
            </a:r>
          </a:p>
        </p:txBody>
      </p:sp>
      <p:sp>
        <p:nvSpPr>
          <p:cNvPr id="7" name="text-6">
            <a:extLst xmlns:a="http://schemas.openxmlformats.org/drawingml/2006/main">
              <a:ext uri="{FF2B5EF4-FFF2-40B4-BE49-F238E27FC236}">
                <a16:creationId xmlns:a16="http://schemas.microsoft.com/office/drawing/2014/main" id="{8E7373CE-F5C7-4D99-90C8-F34A491A8D57}"/>
              </a:ext>
            </a:extLst>
          </p:cNvPr>
          <p:cNvSpPr>
            <a:spLocks xmlns:a="http://schemas.openxmlformats.org/drawingml/2006/main" noGrp="1"/>
          </p:cNvSpPr>
          <p:nvPr/>
        </p:nvSpPr>
        <p:spPr>
          <a:xfrm xmlns:a="http://schemas.openxmlformats.org/drawingml/2006/main">
            <a:off x="7991475" y="3105150"/>
            <a:ext cx="3048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950" b="0">
                <a:solidFill>
                  <a:srgbClr val="FFFFFF"/>
                </a:solidFill>
                <a:latin typeface="Arial"/>
                <a:ea typeface="Arial"/>
                <a:cs typeface="Arial"/>
              </a:defRPr>
            </a:defPPr>
          </a:lstStyle>
          <a:p xmlns:a="http://schemas.openxmlformats.org/drawingml/2006/main">
            <a:pPr algn="l">
              <a:defRPr sz="1950" b="0">
                <a:solidFill>
                  <a:srgbClr val="FFFFFF"/>
                </a:solidFill>
                <a:latin typeface="Arial"/>
                <a:ea typeface="Arial"/>
                <a:cs typeface="Arial"/>
              </a:defRPr>
            </a:pPr>
            <a:r>
              <a:rPr sz="1950" b="0">
                <a:solidFill>
                  <a:srgbClr val="FFFFFF"/>
                </a:solidFill>
                <a:latin typeface="Arial"/>
                <a:ea typeface="Arial"/>
                <a:cs typeface="Arial"/>
              </a:rPr>
              <a:t>tablas restauradas</a:t>
            </a:r>
          </a:p>
        </p:txBody>
      </p:sp>
      <p:sp>
        <p:nvSpPr>
          <p:cNvPr id="8" name="text-7">
            <a:extLst xmlns:a="http://schemas.openxmlformats.org/drawingml/2006/main">
              <a:ext uri="{FF2B5EF4-FFF2-40B4-BE49-F238E27FC236}">
                <a16:creationId xmlns:a16="http://schemas.microsoft.com/office/drawing/2014/main" id="{2E948E9C-DEC3-412D-8ECA-5847A9534C82}"/>
              </a:ext>
            </a:extLst>
          </p:cNvPr>
          <p:cNvSpPr>
            <a:spLocks xmlns:a="http://schemas.openxmlformats.org/drawingml/2006/main" noGrp="1"/>
          </p:cNvSpPr>
          <p:nvPr/>
        </p:nvSpPr>
        <p:spPr>
          <a:xfrm xmlns:a="http://schemas.openxmlformats.org/drawingml/2006/main">
            <a:off x="723900" y="4495800"/>
            <a:ext cx="106680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325" b="1">
                <a:solidFill>
                  <a:srgbClr val="FFFFFF"/>
                </a:solidFill>
                <a:latin typeface="Arial"/>
                <a:ea typeface="Arial"/>
                <a:cs typeface="Arial"/>
              </a:defRPr>
            </a:defPPr>
          </a:lstStyle>
          <a:p xmlns:a="http://schemas.openxmlformats.org/drawingml/2006/main">
            <a:pPr algn="l">
              <a:defRPr sz="2325" b="1">
                <a:solidFill>
                  <a:srgbClr val="FFFFFF"/>
                </a:solidFill>
                <a:latin typeface="Arial"/>
                <a:ea typeface="Arial"/>
                <a:cs typeface="Arial"/>
              </a:defRPr>
            </a:pPr>
            <a:r>
              <a:rPr sz="2325" b="1">
                <a:solidFill>
                  <a:srgbClr val="FFFFFF"/>
                </a:solidFill>
                <a:latin typeface="Arial"/>
                <a:ea typeface="Arial"/>
                <a:cs typeface="Arial"/>
              </a:rPr>
              <a:t>Pendientes de producción</a:t>
            </a:r>
          </a:p>
        </p:txBody>
      </p:sp>
      <p:sp>
        <p:nvSpPr>
          <p:cNvPr id="9" name="text-8">
            <a:extLst xmlns:a="http://schemas.openxmlformats.org/drawingml/2006/main">
              <a:ext uri="{FF2B5EF4-FFF2-40B4-BE49-F238E27FC236}">
                <a16:creationId xmlns:a16="http://schemas.microsoft.com/office/drawing/2014/main" id="{B28EE519-D858-48F2-8739-2F485F2FA645}"/>
              </a:ext>
            </a:extLst>
          </p:cNvPr>
          <p:cNvSpPr>
            <a:spLocks xmlns:a="http://schemas.openxmlformats.org/drawingml/2006/main" noGrp="1"/>
          </p:cNvSpPr>
          <p:nvPr/>
        </p:nvSpPr>
        <p:spPr>
          <a:xfrm xmlns:a="http://schemas.openxmlformats.org/drawingml/2006/main">
            <a:off x="742950" y="5105400"/>
            <a:ext cx="106489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025" b="0">
                <a:solidFill>
                  <a:srgbClr val="FFFFFF"/>
                </a:solidFill>
                <a:latin typeface="Arial"/>
                <a:ea typeface="Arial"/>
                <a:cs typeface="Arial"/>
              </a:defRPr>
            </a:defPPr>
          </a:lstStyle>
          <a:p xmlns:a="http://schemas.openxmlformats.org/drawingml/2006/main">
            <a:pPr algn="l">
              <a:defRPr sz="2025" b="0">
                <a:solidFill>
                  <a:srgbClr val="FFFFFF"/>
                </a:solidFill>
                <a:latin typeface="Arial"/>
                <a:ea typeface="Arial"/>
                <a:cs typeface="Arial"/>
              </a:defRPr>
            </a:pPr>
            <a:r>
              <a:rPr sz="2025" b="0">
                <a:solidFill>
                  <a:srgbClr val="FFFFFF"/>
                </a:solidFill>
                <a:latin typeface="Arial"/>
                <a:ea typeface="Arial"/>
                <a:cs typeface="Arial"/>
              </a:rPr>
              <a:t>Dependencias con 11 avisos, uno crítico</a:t>
            </a:r>
          </a:p>
          <a:p xmlns:a="http://schemas.openxmlformats.org/drawingml/2006/main">
            <a:pPr algn="l">
              <a:defRPr sz="2025" b="0">
                <a:solidFill>
                  <a:srgbClr val="FFFFFF"/>
                </a:solidFill>
                <a:latin typeface="Arial"/>
                <a:ea typeface="Arial"/>
                <a:cs typeface="Arial"/>
              </a:defRPr>
            </a:pPr>
            <a:r>
              <a:rPr sz="2025" b="0">
                <a:solidFill>
                  <a:srgbClr val="FFFFFF"/>
                </a:solidFill>
                <a:latin typeface="Arial"/>
                <a:ea typeface="Arial"/>
                <a:cs typeface="Arial"/>
              </a:rPr>
              <a:t>HTTPS y usuario de base con menos privilegios</a:t>
            </a:r>
          </a:p>
        </p:txBody>
      </p:sp>
      <p:sp>
        <p:nvSpPr>
          <p:cNvPr id="10" name="text-9">
            <a:extLst xmlns:a="http://schemas.openxmlformats.org/drawingml/2006/main">
              <a:ext uri="{FF2B5EF4-FFF2-40B4-BE49-F238E27FC236}">
                <a16:creationId xmlns:a16="http://schemas.microsoft.com/office/drawing/2014/main" id="{9101E423-A5EF-4B6C-B414-FE1EBBBCA328}"/>
              </a:ext>
            </a:extLst>
          </p:cNvPr>
          <p:cNvSpPr>
            <a:spLocks xmlns:a="http://schemas.openxmlformats.org/drawingml/2006/main" noGrp="1"/>
          </p:cNvSpPr>
          <p:nvPr/>
        </p:nvSpPr>
        <p:spPr>
          <a:xfrm xmlns:a="http://schemas.openxmlformats.org/drawingml/2006/main">
            <a:off x="11068050" y="6419850"/>
            <a:ext cx="7143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350" b="0">
                <a:solidFill>
                  <a:srgbClr val="C6D6DF"/>
                </a:solidFill>
                <a:latin typeface="Arial"/>
                <a:ea typeface="Arial"/>
                <a:cs typeface="Arial"/>
              </a:defRPr>
            </a:defPPr>
          </a:lstStyle>
          <a:p xmlns:a="http://schemas.openxmlformats.org/drawingml/2006/main">
            <a:pPr algn="l">
              <a:defRPr sz="1350" b="0">
                <a:solidFill>
                  <a:srgbClr val="C6D6DF"/>
                </a:solidFill>
                <a:latin typeface="Arial"/>
                <a:ea typeface="Arial"/>
                <a:cs typeface="Arial"/>
              </a:defRPr>
            </a:pPr>
            <a:r>
              <a:rPr sz="1350" b="0">
                <a:solidFill>
                  <a:srgbClr val="C6D6DF"/>
                </a:solidFill>
                <a:latin typeface="Arial"/>
                <a:ea typeface="Arial"/>
                <a:cs typeface="Arial"/>
              </a:rPr>
              <a:t>8 / 9</a:t>
            </a:r>
          </a:p>
        </p:txBody>
      </p:sp>
    </p:spTree>
    <p:extLst>
      <p:ext uri="{BB962C8B-B14F-4D97-AF65-F5344CB8AC3E}">
        <p14:creationId xmlns:p14="http://schemas.microsoft.com/office/powerpoint/2010/main" val="1773220858"/>
      </p:ext>
    </p:extLst>
  </p:cSld>
</p:sld>
</file>

<file path=ppt/slides/slide9.xml><?xml version="1.0" encoding="utf-8"?>
<p:sld xmlns:p="http://schemas.openxmlformats.org/presentationml/2006/main">
  <p:cSld>
    <p:bg>
      <p:bgPr>
        <a:solidFill xmlns:a="http://schemas.openxmlformats.org/drawingml/2006/main">
          <a:srgbClr val="102F48"/>
        </a:solidFill>
      </p:bgPr>
    </p:bg>
    <p:spTree>
      <p:nvGrpSpPr>
        <p:cNvPr id="1" name=""/>
        <p:cNvGrpSpPr/>
        <p:nvPr/>
      </p:nvGrpSpPr>
      <p:grpSpPr>
        <a:xfrm xmlns:a="http://schemas.openxmlformats.org/drawingml/2006/main"/>
      </p:grpSpPr>
      <p:sp>
        <p:nvSpPr>
          <p:cNvPr id="7" name="text-0">
            <a:extLst xmlns:a="http://schemas.openxmlformats.org/drawingml/2006/main">
              <a:ext uri="{FF2B5EF4-FFF2-40B4-BE49-F238E27FC236}">
                <a16:creationId xmlns:a16="http://schemas.microsoft.com/office/drawing/2014/main" id="{5903CCEF-5E4E-44B6-8AD0-B438EA1C30F4}"/>
              </a:ext>
            </a:extLst>
          </p:cNvPr>
          <p:cNvSpPr>
            <a:spLocks xmlns:a="http://schemas.openxmlformats.org/drawingml/2006/main" noGrp="1"/>
          </p:cNvSpPr>
          <p:nvPr/>
        </p:nvSpPr>
        <p:spPr>
          <a:xfrm xmlns:a="http://schemas.openxmlformats.org/drawingml/2006/main">
            <a:off x="685800" y="5334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3375" b="1">
                <a:solidFill>
                  <a:srgbClr val="FFFFFF"/>
                </a:solidFill>
                <a:latin typeface="Arial"/>
                <a:ea typeface="Arial"/>
                <a:cs typeface="Arial"/>
              </a:defRPr>
            </a:defPPr>
          </a:lstStyle>
          <a:p xmlns:a="http://schemas.openxmlformats.org/drawingml/2006/main">
            <a:pPr algn="l">
              <a:defRPr sz="3375" b="1">
                <a:solidFill>
                  <a:srgbClr val="FFFFFF"/>
                </a:solidFill>
                <a:latin typeface="Arial"/>
                <a:ea typeface="Arial"/>
                <a:cs typeface="Arial"/>
              </a:defRPr>
            </a:pPr>
            <a:r>
              <a:rPr sz="3375" b="1">
                <a:solidFill>
                  <a:srgbClr val="FFFFFF"/>
                </a:solidFill>
                <a:latin typeface="Arial"/>
                <a:ea typeface="Arial"/>
                <a:cs typeface="Arial"/>
              </a:rPr>
              <a:t>Aporte a la transformación digital</a:t>
            </a:r>
          </a:p>
        </p:txBody>
      </p:sp>
      <p:sp>
        <p:nvSpPr>
          <p:cNvPr id="2" name="text-1">
            <a:extLst xmlns:a="http://schemas.openxmlformats.org/drawingml/2006/main">
              <a:ext uri="{FF2B5EF4-FFF2-40B4-BE49-F238E27FC236}">
                <a16:creationId xmlns:a16="http://schemas.microsoft.com/office/drawing/2014/main" id="{0430F1B0-A015-4D51-9B66-F973C7D233DF}"/>
              </a:ext>
            </a:extLst>
          </p:cNvPr>
          <p:cNvSpPr>
            <a:spLocks xmlns:a="http://schemas.openxmlformats.org/drawingml/2006/main" noGrp="1"/>
          </p:cNvSpPr>
          <p:nvPr/>
        </p:nvSpPr>
        <p:spPr>
          <a:xfrm xmlns:a="http://schemas.openxmlformats.org/drawingml/2006/main">
            <a:off x="723900" y="184785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700" b="1">
                <a:solidFill>
                  <a:srgbClr val="73E4D2"/>
                </a:solidFill>
                <a:latin typeface="Arial"/>
                <a:ea typeface="Arial"/>
                <a:cs typeface="Arial"/>
              </a:defRPr>
            </a:defPPr>
          </a:lstStyle>
          <a:p xmlns:a="http://schemas.openxmlformats.org/drawingml/2006/main">
            <a:pPr algn="l">
              <a:defRPr sz="2700" b="1">
                <a:solidFill>
                  <a:srgbClr val="73E4D2"/>
                </a:solidFill>
                <a:latin typeface="Arial"/>
                <a:ea typeface="Arial"/>
                <a:cs typeface="Arial"/>
              </a:defRPr>
            </a:pPr>
            <a:r>
              <a:rPr sz="2700" b="1">
                <a:solidFill>
                  <a:srgbClr val="73E4D2"/>
                </a:solidFill>
                <a:latin typeface="Arial"/>
                <a:ea typeface="Arial"/>
                <a:cs typeface="Arial"/>
              </a:rPr>
              <a:t>Beneficios operativos</a:t>
            </a:r>
          </a:p>
        </p:txBody>
      </p:sp>
      <p:sp>
        <p:nvSpPr>
          <p:cNvPr id="3" name="text-2">
            <a:extLst xmlns:a="http://schemas.openxmlformats.org/drawingml/2006/main">
              <a:ext uri="{FF2B5EF4-FFF2-40B4-BE49-F238E27FC236}">
                <a16:creationId xmlns:a16="http://schemas.microsoft.com/office/drawing/2014/main" id="{45A302E0-B8AB-4D15-BBD3-9084A5191AD0}"/>
              </a:ext>
            </a:extLst>
          </p:cNvPr>
          <p:cNvSpPr>
            <a:spLocks xmlns:a="http://schemas.openxmlformats.org/drawingml/2006/main" noGrp="1"/>
          </p:cNvSpPr>
          <p:nvPr/>
        </p:nvSpPr>
        <p:spPr>
          <a:xfrm xmlns:a="http://schemas.openxmlformats.org/drawingml/2006/main">
            <a:off x="742950" y="2743200"/>
            <a:ext cx="10668000" cy="205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625" b="0">
                <a:solidFill>
                  <a:srgbClr val="FFFFFF"/>
                </a:solidFill>
                <a:latin typeface="Arial"/>
                <a:ea typeface="Arial"/>
                <a:cs typeface="Arial"/>
              </a:defRPr>
            </a:defPPr>
          </a:lstStyle>
          <a:p xmlns:a="http://schemas.openxmlformats.org/drawingml/2006/main">
            <a:pPr algn="l">
              <a:defRPr sz="2625" b="0">
                <a:solidFill>
                  <a:srgbClr val="FFFFFF"/>
                </a:solidFill>
                <a:latin typeface="Arial"/>
                <a:ea typeface="Arial"/>
                <a:cs typeface="Arial"/>
              </a:defRPr>
            </a:pPr>
            <a:r>
              <a:rPr sz="2625" b="0">
                <a:solidFill>
                  <a:srgbClr val="FFFFFF"/>
                </a:solidFill>
                <a:latin typeface="Arial"/>
                <a:ea typeface="Arial"/>
                <a:cs typeface="Arial"/>
              </a:rPr>
              <a:t>Consulta de puntos por el cliente</a:t>
            </a:r>
          </a:p>
          <a:p xmlns:a="http://schemas.openxmlformats.org/drawingml/2006/main">
            <a:pPr algn="l">
              <a:defRPr sz="2625" b="0">
                <a:solidFill>
                  <a:srgbClr val="FFFFFF"/>
                </a:solidFill>
                <a:latin typeface="Arial"/>
                <a:ea typeface="Arial"/>
                <a:cs typeface="Arial"/>
              </a:defRPr>
            </a:pPr>
            <a:r>
              <a:rPr sz="2625" b="0">
                <a:solidFill>
                  <a:srgbClr val="FFFFFF"/>
                </a:solidFill>
                <a:latin typeface="Arial"/>
                <a:ea typeface="Arial"/>
                <a:cs typeface="Arial"/>
              </a:rPr>
              <a:t>Reglas comunes para cada tienda</a:t>
            </a:r>
          </a:p>
          <a:p xmlns:a="http://schemas.openxmlformats.org/drawingml/2006/main">
            <a:pPr algn="l">
              <a:defRPr sz="2625" b="0">
                <a:solidFill>
                  <a:srgbClr val="FFFFFF"/>
                </a:solidFill>
                <a:latin typeface="Arial"/>
                <a:ea typeface="Arial"/>
                <a:cs typeface="Arial"/>
              </a:defRPr>
            </a:pPr>
            <a:r>
              <a:rPr sz="2625" b="0">
                <a:solidFill>
                  <a:srgbClr val="FFFFFF"/>
                </a:solidFill>
                <a:latin typeface="Arial"/>
                <a:ea typeface="Arial"/>
                <a:cs typeface="Arial"/>
              </a:rPr>
              <a:t>Trazabilidad de compras y canjes</a:t>
            </a:r>
          </a:p>
        </p:txBody>
      </p:sp>
      <p:sp>
        <p:nvSpPr>
          <p:cNvPr id="4" name="text-3">
            <a:extLst xmlns:a="http://schemas.openxmlformats.org/drawingml/2006/main">
              <a:ext uri="{FF2B5EF4-FFF2-40B4-BE49-F238E27FC236}">
                <a16:creationId xmlns:a16="http://schemas.microsoft.com/office/drawing/2014/main" id="{EBD8A274-B798-4D3B-A8C0-49BF761F3061}"/>
              </a:ext>
            </a:extLst>
          </p:cNvPr>
          <p:cNvSpPr>
            <a:spLocks xmlns:a="http://schemas.openxmlformats.org/drawingml/2006/main" noGrp="1"/>
          </p:cNvSpPr>
          <p:nvPr/>
        </p:nvSpPr>
        <p:spPr>
          <a:xfrm xmlns:a="http://schemas.openxmlformats.org/drawingml/2006/main">
            <a:off x="762000" y="5200650"/>
            <a:ext cx="857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025" b="1">
                <a:solidFill>
                  <a:srgbClr val="73E4D2"/>
                </a:solidFill>
                <a:latin typeface="Arial"/>
                <a:ea typeface="Arial"/>
                <a:cs typeface="Arial"/>
              </a:defRPr>
            </a:defPPr>
          </a:lstStyle>
          <a:p xmlns:a="http://schemas.openxmlformats.org/drawingml/2006/main">
            <a:pPr algn="l">
              <a:defRPr sz="2025" b="1">
                <a:solidFill>
                  <a:srgbClr val="73E4D2"/>
                </a:solidFill>
                <a:latin typeface="Arial"/>
                <a:ea typeface="Arial"/>
                <a:cs typeface="Arial"/>
              </a:defRPr>
            </a:pPr>
            <a:r>
              <a:rPr sz="2025" b="1">
                <a:solidFill>
                  <a:srgbClr val="73E4D2"/>
                </a:solidFill>
                <a:latin typeface="Arial"/>
                <a:ea typeface="Arial"/>
                <a:cs typeface="Arial"/>
              </a:rPr>
              <a:t>Próximo paso</a:t>
            </a:r>
          </a:p>
        </p:txBody>
      </p:sp>
      <p:sp>
        <p:nvSpPr>
          <p:cNvPr id="5" name="text-4">
            <a:extLst xmlns:a="http://schemas.openxmlformats.org/drawingml/2006/main">
              <a:ext uri="{FF2B5EF4-FFF2-40B4-BE49-F238E27FC236}">
                <a16:creationId xmlns:a16="http://schemas.microsoft.com/office/drawing/2014/main" id="{373D71CC-FA0C-41F0-A899-58E0D964D8AA}"/>
              </a:ext>
            </a:extLst>
          </p:cNvPr>
          <p:cNvSpPr>
            <a:spLocks xmlns:a="http://schemas.openxmlformats.org/drawingml/2006/main" noGrp="1"/>
          </p:cNvSpPr>
          <p:nvPr/>
        </p:nvSpPr>
        <p:spPr>
          <a:xfrm xmlns:a="http://schemas.openxmlformats.org/drawingml/2006/main">
            <a:off x="762000" y="5762625"/>
            <a:ext cx="10477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025" b="0">
                <a:solidFill>
                  <a:srgbClr val="FFFFFF"/>
                </a:solidFill>
                <a:latin typeface="Arial"/>
                <a:ea typeface="Arial"/>
                <a:cs typeface="Arial"/>
              </a:defRPr>
            </a:defPPr>
          </a:lstStyle>
          <a:p xmlns:a="http://schemas.openxmlformats.org/drawingml/2006/main">
            <a:pPr algn="l">
              <a:defRPr sz="2025" b="0">
                <a:solidFill>
                  <a:srgbClr val="FFFFFF"/>
                </a:solidFill>
                <a:latin typeface="Arial"/>
                <a:ea typeface="Arial"/>
                <a:cs typeface="Arial"/>
              </a:defRPr>
            </a:pPr>
            <a:r>
              <a:rPr sz="2025" b="0">
                <a:solidFill>
                  <a:srgbClr val="FFFFFF"/>
                </a:solidFill>
                <a:latin typeface="Arial"/>
                <a:ea typeface="Arial"/>
                <a:cs typeface="Arial"/>
              </a:rPr>
              <a:t>Piloto y medición de resultados empresariales</a:t>
            </a:r>
          </a:p>
        </p:txBody>
      </p:sp>
      <p:sp>
        <p:nvSpPr>
          <p:cNvPr id="6" name="text-5">
            <a:extLst xmlns:a="http://schemas.openxmlformats.org/drawingml/2006/main">
              <a:ext uri="{FF2B5EF4-FFF2-40B4-BE49-F238E27FC236}">
                <a16:creationId xmlns:a16="http://schemas.microsoft.com/office/drawing/2014/main" id="{2065229B-CF9A-4249-B060-D9C46FAC7B85}"/>
              </a:ext>
            </a:extLst>
          </p:cNvPr>
          <p:cNvSpPr>
            <a:spLocks xmlns:a="http://schemas.openxmlformats.org/drawingml/2006/main" noGrp="1"/>
          </p:cNvSpPr>
          <p:nvPr/>
        </p:nvSpPr>
        <p:spPr>
          <a:xfrm xmlns:a="http://schemas.openxmlformats.org/drawingml/2006/main">
            <a:off x="11068050" y="6419850"/>
            <a:ext cx="7143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350" b="0">
                <a:solidFill>
                  <a:srgbClr val="C6D6DF"/>
                </a:solidFill>
                <a:latin typeface="Arial"/>
                <a:ea typeface="Arial"/>
                <a:cs typeface="Arial"/>
              </a:defRPr>
            </a:defPPr>
          </a:lstStyle>
          <a:p xmlns:a="http://schemas.openxmlformats.org/drawingml/2006/main">
            <a:pPr algn="l">
              <a:defRPr sz="1350" b="0">
                <a:solidFill>
                  <a:srgbClr val="C6D6DF"/>
                </a:solidFill>
                <a:latin typeface="Arial"/>
                <a:ea typeface="Arial"/>
                <a:cs typeface="Arial"/>
              </a:defRPr>
            </a:pPr>
            <a:r>
              <a:rPr sz="1350" b="0">
                <a:solidFill>
                  <a:srgbClr val="C6D6DF"/>
                </a:solidFill>
                <a:latin typeface="Arial"/>
                <a:ea typeface="Arial"/>
                <a:cs typeface="Arial"/>
              </a:rPr>
              <a:t>9 / 9</a:t>
            </a:r>
          </a:p>
        </p:txBody>
      </p:sp>
    </p:spTree>
    <p:extLst>
      <p:ext uri="{BB962C8B-B14F-4D97-AF65-F5344CB8AC3E}">
        <p14:creationId xmlns:p14="http://schemas.microsoft.com/office/powerpoint/2010/main" val="59701990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2026-10-09T04:36:06.0920000Z</dcterms:created>
  <dcterms:modified xsi:type="dcterms:W3CDTF">2026-10-09T04:36:06.0920000Z</dcterms:modified>
</coreProperties>
</file>